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4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4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5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6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7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8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9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0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1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2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3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4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15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6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17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18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9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20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21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22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23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24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25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26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27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28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29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30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31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32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33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34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35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36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37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38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39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40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41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42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43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5" r:id="rId2"/>
    <p:sldMasterId id="2147483697" r:id="rId3"/>
  </p:sldMasterIdLst>
  <p:notesMasterIdLst>
    <p:notesMasterId r:id="rId48"/>
  </p:notesMasterIdLst>
  <p:sldIdLst>
    <p:sldId id="264" r:id="rId4"/>
    <p:sldId id="286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1" r:id="rId20"/>
    <p:sldId id="310" r:id="rId21"/>
    <p:sldId id="312" r:id="rId22"/>
    <p:sldId id="313" r:id="rId23"/>
    <p:sldId id="314" r:id="rId24"/>
    <p:sldId id="317" r:id="rId25"/>
    <p:sldId id="315" r:id="rId26"/>
    <p:sldId id="316" r:id="rId27"/>
    <p:sldId id="318" r:id="rId28"/>
    <p:sldId id="319" r:id="rId29"/>
    <p:sldId id="330" r:id="rId30"/>
    <p:sldId id="321" r:id="rId31"/>
    <p:sldId id="320" r:id="rId32"/>
    <p:sldId id="322" r:id="rId33"/>
    <p:sldId id="324" r:id="rId34"/>
    <p:sldId id="323" r:id="rId35"/>
    <p:sldId id="325" r:id="rId36"/>
    <p:sldId id="326" r:id="rId37"/>
    <p:sldId id="327" r:id="rId38"/>
    <p:sldId id="328" r:id="rId39"/>
    <p:sldId id="329" r:id="rId40"/>
    <p:sldId id="331" r:id="rId41"/>
    <p:sldId id="332" r:id="rId42"/>
    <p:sldId id="333" r:id="rId43"/>
    <p:sldId id="334" r:id="rId44"/>
    <p:sldId id="335" r:id="rId45"/>
    <p:sldId id="336" r:id="rId46"/>
    <p:sldId id="280" r:id="rId47"/>
  </p:sldIdLst>
  <p:sldSz cx="12192000" cy="6858000"/>
  <p:notesSz cx="6858000" cy="9144000"/>
  <p:custShowLst>
    <p:custShow name="自定义放映 1" id="0">
      <p:sldLst/>
    </p:custShow>
  </p:custShow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4B4"/>
    <a:srgbClr val="4868A2"/>
    <a:srgbClr val="FFFFFF"/>
    <a:srgbClr val="D8E8F3"/>
    <a:srgbClr val="FB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97" autoAdjust="0"/>
    <p:restoredTop sz="94474" autoAdjust="0"/>
  </p:normalViewPr>
  <p:slideViewPr>
    <p:cSldViewPr snapToGrid="0">
      <p:cViewPr varScale="1">
        <p:scale>
          <a:sx n="97" d="100"/>
          <a:sy n="97" d="100"/>
        </p:scale>
        <p:origin x="92" y="2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87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0B2C0C-1FFB-426F-943D-49D393611648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5769E8-19F7-47D4-AFC6-D17EEAD4A98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745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3719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1455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9059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4600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23877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95794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63522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0512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8195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20842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79913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40900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50809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8606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52553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23166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933260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36271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42038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90972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29507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2156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84766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88984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2278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37530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12499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01426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40221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70252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71918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34383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253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751996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02911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326376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455321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392938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151401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868133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955086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859176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698120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769E8-19F7-47D4-AFC6-D17EEAD4A98C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51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microsoft.com/office/2007/relationships/hdphoto" Target="../media/hdphoto1.wd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microsoft.com/office/2007/relationships/hdphoto" Target="../media/hdphoto1.wdp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8.png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17670" y="-26504"/>
            <a:ext cx="12209670" cy="6886714"/>
            <a:chOff x="-17670" y="-26504"/>
            <a:chExt cx="12209670" cy="6886714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2" cstate="email"/>
            <a:srcRect t="-386" b="-1"/>
            <a:stretch>
              <a:fillRect/>
            </a:stretch>
          </p:blipFill>
          <p:spPr>
            <a:xfrm>
              <a:off x="-17669" y="-26504"/>
              <a:ext cx="12209669" cy="688450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3" cstate="email"/>
            <a:srcRect b="-703"/>
            <a:stretch>
              <a:fillRect/>
            </a:stretch>
          </p:blipFill>
          <p:spPr>
            <a:xfrm rot="10800000">
              <a:off x="-1" y="-13253"/>
              <a:ext cx="5989984" cy="6871251"/>
            </a:xfrm>
            <a:prstGeom prst="rect">
              <a:avLst/>
            </a:prstGeom>
          </p:spPr>
        </p:pic>
        <p:sp>
          <p:nvSpPr>
            <p:cNvPr id="10" name="矩形 9"/>
            <p:cNvSpPr/>
            <p:nvPr userDrawn="1"/>
          </p:nvSpPr>
          <p:spPr>
            <a:xfrm>
              <a:off x="-17670" y="-11040"/>
              <a:ext cx="12209669" cy="6871250"/>
            </a:xfrm>
            <a:prstGeom prst="rect">
              <a:avLst/>
            </a:prstGeom>
            <a:solidFill>
              <a:srgbClr val="1A67A6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aseline="0"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1" name="椭圆 10"/>
            <p:cNvSpPr/>
            <p:nvPr userDrawn="1"/>
          </p:nvSpPr>
          <p:spPr>
            <a:xfrm>
              <a:off x="3801441" y="1416845"/>
              <a:ext cx="4351959" cy="4108554"/>
            </a:xfrm>
            <a:prstGeom prst="ellipse">
              <a:avLst/>
            </a:prstGeom>
            <a:solidFill>
              <a:srgbClr val="FFFFFF">
                <a:alpha val="8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aseline="0"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2" name="任意多边形 11"/>
            <p:cNvSpPr/>
            <p:nvPr userDrawn="1"/>
          </p:nvSpPr>
          <p:spPr>
            <a:xfrm>
              <a:off x="3198495" y="3477830"/>
              <a:ext cx="1162963" cy="1900516"/>
            </a:xfrm>
            <a:custGeom>
              <a:avLst/>
              <a:gdLst>
                <a:gd name="connsiteX0" fmla="*/ 2082 w 1161136"/>
                <a:gd name="connsiteY0" fmla="*/ 0 h 1735954"/>
                <a:gd name="connsiteX1" fmla="*/ 212502 w 1161136"/>
                <a:gd name="connsiteY1" fmla="*/ 0 h 1735954"/>
                <a:gd name="connsiteX2" fmla="*/ 210423 w 1161136"/>
                <a:gd name="connsiteY2" fmla="*/ 41759 h 1735954"/>
                <a:gd name="connsiteX3" fmla="*/ 1068588 w 1161136"/>
                <a:gd name="connsiteY3" fmla="*/ 1678924 h 1735954"/>
                <a:gd name="connsiteX4" fmla="*/ 1161136 w 1161136"/>
                <a:gd name="connsiteY4" fmla="*/ 1735954 h 1735954"/>
                <a:gd name="connsiteX5" fmla="*/ 795874 w 1161136"/>
                <a:gd name="connsiteY5" fmla="*/ 1735954 h 1735954"/>
                <a:gd name="connsiteX6" fmla="*/ 784897 w 1161136"/>
                <a:gd name="connsiteY6" fmla="*/ 1727639 h 1735954"/>
                <a:gd name="connsiteX7" fmla="*/ 0 w 1161136"/>
                <a:gd name="connsiteY7" fmla="*/ 41759 h 1735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1136" h="1735954">
                  <a:moveTo>
                    <a:pt x="2082" y="0"/>
                  </a:moveTo>
                  <a:lnTo>
                    <a:pt x="212502" y="0"/>
                  </a:lnTo>
                  <a:lnTo>
                    <a:pt x="210423" y="41759"/>
                  </a:lnTo>
                  <a:cubicBezTo>
                    <a:pt x="210423" y="723262"/>
                    <a:pt x="550833" y="1324118"/>
                    <a:pt x="1068588" y="1678924"/>
                  </a:cubicBezTo>
                  <a:lnTo>
                    <a:pt x="1161136" y="1735954"/>
                  </a:lnTo>
                  <a:lnTo>
                    <a:pt x="795874" y="1735954"/>
                  </a:lnTo>
                  <a:lnTo>
                    <a:pt x="784897" y="1727639"/>
                  </a:lnTo>
                  <a:cubicBezTo>
                    <a:pt x="305541" y="1326919"/>
                    <a:pt x="0" y="720482"/>
                    <a:pt x="0" y="417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aseline="0">
                <a:latin typeface="Arial" pitchFamily="34" charset="0"/>
                <a:ea typeface="黑体" pitchFamily="49" charset="-122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 userDrawn="1"/>
          </p:nvPicPr>
          <p:blipFill>
            <a:blip r:embed="rId4" cstate="email"/>
            <a:stretch>
              <a:fillRect/>
            </a:stretch>
          </p:blipFill>
          <p:spPr>
            <a:xfrm flipH="1">
              <a:off x="7609660" y="3500001"/>
              <a:ext cx="1162405" cy="1905601"/>
            </a:xfrm>
            <a:prstGeom prst="rect">
              <a:avLst/>
            </a:prstGeom>
          </p:spPr>
        </p:pic>
      </p:grp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270269" y="1578800"/>
            <a:ext cx="3633789" cy="358555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852451" y="0"/>
            <a:ext cx="2941981" cy="97798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395112" y="574700"/>
            <a:ext cx="11401777" cy="5708601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aseline="0">
              <a:latin typeface="Arial" pitchFamily="34" charset="0"/>
              <a:ea typeface="黑体" pitchFamily="49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461" y="-1"/>
            <a:ext cx="12213160" cy="6858001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376156" y="773252"/>
            <a:ext cx="11401777" cy="549321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aseline="0">
              <a:latin typeface="Arial" pitchFamily="34" charset="0"/>
              <a:ea typeface="黑体" pitchFamily="49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11139"/>
            <a:ext cx="2743200" cy="59150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11139"/>
            <a:ext cx="8026400" cy="59150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461" y="-1"/>
            <a:ext cx="12213160" cy="685800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81683" cy="6858001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376156" y="773252"/>
            <a:ext cx="11401777" cy="549321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aseline="0">
              <a:latin typeface="Arial" pitchFamily="34" charset="0"/>
              <a:ea typeface="黑体" pitchFamily="49" charset="-122"/>
            </a:endParaRPr>
          </a:p>
        </p:txBody>
      </p:sp>
      <p:grpSp>
        <p:nvGrpSpPr>
          <p:cNvPr id="3" name="组合 8"/>
          <p:cNvGrpSpPr/>
          <p:nvPr userDrawn="1"/>
        </p:nvGrpSpPr>
        <p:grpSpPr>
          <a:xfrm>
            <a:off x="3935413" y="1042988"/>
            <a:ext cx="4460876" cy="4468812"/>
            <a:chOff x="3935413" y="1042988"/>
            <a:chExt cx="4460876" cy="4468812"/>
          </a:xfrm>
        </p:grpSpPr>
        <p:sp>
          <p:nvSpPr>
            <p:cNvPr id="10" name="任意多边形 9"/>
            <p:cNvSpPr/>
            <p:nvPr userDrawn="1">
              <p:custDataLst>
                <p:tags r:id="rId1"/>
              </p:custDataLst>
            </p:nvPr>
          </p:nvSpPr>
          <p:spPr>
            <a:xfrm flipH="1">
              <a:off x="6164263" y="1836738"/>
              <a:ext cx="2228850" cy="3675062"/>
            </a:xfrm>
            <a:custGeom>
              <a:avLst/>
              <a:gdLst>
                <a:gd name="connsiteX0" fmla="*/ 2231629 w 2231629"/>
                <a:gd name="connsiteY0" fmla="*/ 0 h 4463258"/>
                <a:gd name="connsiteX1" fmla="*/ 2231629 w 2231629"/>
                <a:gd name="connsiteY1" fmla="*/ 4463258 h 4463258"/>
                <a:gd name="connsiteX2" fmla="*/ 0 w 2231629"/>
                <a:gd name="connsiteY2" fmla="*/ 2231629 h 4463258"/>
                <a:gd name="connsiteX3" fmla="*/ 2231629 w 2231629"/>
                <a:gd name="connsiteY3" fmla="*/ 0 h 446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1629" h="4463258">
                  <a:moveTo>
                    <a:pt x="2231629" y="0"/>
                  </a:moveTo>
                  <a:lnTo>
                    <a:pt x="2231629" y="4463258"/>
                  </a:lnTo>
                  <a:lnTo>
                    <a:pt x="0" y="2231629"/>
                  </a:lnTo>
                  <a:lnTo>
                    <a:pt x="223162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1" name="任意多边形 10"/>
            <p:cNvSpPr/>
            <p:nvPr userDrawn="1">
              <p:custDataLst>
                <p:tags r:id="rId2"/>
              </p:custDataLst>
            </p:nvPr>
          </p:nvSpPr>
          <p:spPr>
            <a:xfrm>
              <a:off x="3935413" y="1042988"/>
              <a:ext cx="2228850" cy="3681412"/>
            </a:xfrm>
            <a:custGeom>
              <a:avLst/>
              <a:gdLst>
                <a:gd name="connsiteX0" fmla="*/ 2231629 w 2231629"/>
                <a:gd name="connsiteY0" fmla="*/ 0 h 4463258"/>
                <a:gd name="connsiteX1" fmla="*/ 2231629 w 2231629"/>
                <a:gd name="connsiteY1" fmla="*/ 4463258 h 4463258"/>
                <a:gd name="connsiteX2" fmla="*/ 0 w 2231629"/>
                <a:gd name="connsiteY2" fmla="*/ 2231629 h 4463258"/>
                <a:gd name="connsiteX3" fmla="*/ 2231629 w 2231629"/>
                <a:gd name="connsiteY3" fmla="*/ 0 h 446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1629" h="4463258">
                  <a:moveTo>
                    <a:pt x="2231629" y="0"/>
                  </a:moveTo>
                  <a:lnTo>
                    <a:pt x="2231629" y="4463258"/>
                  </a:lnTo>
                  <a:lnTo>
                    <a:pt x="0" y="2231629"/>
                  </a:lnTo>
                  <a:lnTo>
                    <a:pt x="2231629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2" name="任意多边形 11"/>
            <p:cNvSpPr/>
            <p:nvPr userDrawn="1">
              <p:custDataLst>
                <p:tags r:id="rId3"/>
              </p:custDataLst>
            </p:nvPr>
          </p:nvSpPr>
          <p:spPr>
            <a:xfrm>
              <a:off x="3935414" y="1049338"/>
              <a:ext cx="2232025" cy="4462462"/>
            </a:xfrm>
            <a:custGeom>
              <a:avLst/>
              <a:gdLst>
                <a:gd name="connsiteX0" fmla="*/ 2231629 w 2231629"/>
                <a:gd name="connsiteY0" fmla="*/ 0 h 4463258"/>
                <a:gd name="connsiteX1" fmla="*/ 2231629 w 2231629"/>
                <a:gd name="connsiteY1" fmla="*/ 4463258 h 4463258"/>
                <a:gd name="connsiteX2" fmla="*/ 0 w 2231629"/>
                <a:gd name="connsiteY2" fmla="*/ 2231629 h 4463258"/>
                <a:gd name="connsiteX3" fmla="*/ 2231629 w 2231629"/>
                <a:gd name="connsiteY3" fmla="*/ 0 h 446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1629" h="4463258">
                  <a:moveTo>
                    <a:pt x="2231629" y="0"/>
                  </a:moveTo>
                  <a:lnTo>
                    <a:pt x="2231629" y="4463258"/>
                  </a:lnTo>
                  <a:lnTo>
                    <a:pt x="0" y="2231629"/>
                  </a:lnTo>
                  <a:lnTo>
                    <a:pt x="223162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3" name="任意多边形 12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6164264" y="1049338"/>
              <a:ext cx="2232025" cy="4462462"/>
            </a:xfrm>
            <a:custGeom>
              <a:avLst/>
              <a:gdLst>
                <a:gd name="connsiteX0" fmla="*/ 2231629 w 2231629"/>
                <a:gd name="connsiteY0" fmla="*/ 0 h 4463258"/>
                <a:gd name="connsiteX1" fmla="*/ 2231629 w 2231629"/>
                <a:gd name="connsiteY1" fmla="*/ 4463258 h 4463258"/>
                <a:gd name="connsiteX2" fmla="*/ 0 w 2231629"/>
                <a:gd name="connsiteY2" fmla="*/ 2231629 h 4463258"/>
                <a:gd name="connsiteX3" fmla="*/ 2231629 w 2231629"/>
                <a:gd name="connsiteY3" fmla="*/ 0 h 446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1629" h="4463258">
                  <a:moveTo>
                    <a:pt x="2231629" y="0"/>
                  </a:moveTo>
                  <a:lnTo>
                    <a:pt x="2231629" y="4463258"/>
                  </a:lnTo>
                  <a:lnTo>
                    <a:pt x="0" y="2231629"/>
                  </a:lnTo>
                  <a:lnTo>
                    <a:pt x="22316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Arial" pitchFamily="34" charset="0"/>
                <a:ea typeface="黑体" pitchFamily="49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356800" y="2250000"/>
            <a:ext cx="1569600" cy="1753200"/>
          </a:xfrm>
        </p:spPr>
        <p:txBody>
          <a:bodyPr/>
          <a:lstStyle>
            <a:lvl1pPr algn="ctr">
              <a:defRPr sz="5400" b="0"/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0" hasCustomPrompt="1"/>
          </p:nvPr>
        </p:nvSpPr>
        <p:spPr>
          <a:xfrm>
            <a:off x="5259600" y="4089600"/>
            <a:ext cx="1818000" cy="4356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编辑副标题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-15461" y="-1"/>
            <a:ext cx="12213160" cy="6858001"/>
            <a:chOff x="-15461" y="-1"/>
            <a:chExt cx="12213160" cy="6858001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-15461" y="-1"/>
              <a:ext cx="12213160" cy="6858001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0" y="-1"/>
              <a:ext cx="12181683" cy="6858001"/>
            </a:xfrm>
            <a:prstGeom prst="rect">
              <a:avLst/>
            </a:prstGeom>
          </p:spPr>
        </p:pic>
        <p:sp>
          <p:nvSpPr>
            <p:cNvPr id="10" name="矩形 9"/>
            <p:cNvSpPr/>
            <p:nvPr userDrawn="1"/>
          </p:nvSpPr>
          <p:spPr>
            <a:xfrm>
              <a:off x="376156" y="773252"/>
              <a:ext cx="11401777" cy="5493218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 sz="2400" baseline="0">
                <a:latin typeface="Arial" pitchFamily="34" charset="0"/>
                <a:ea typeface="黑体" pitchFamily="49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78000" y="2822400"/>
            <a:ext cx="7412400" cy="1101600"/>
          </a:xfrm>
          <a:solidFill>
            <a:schemeClr val="accent1"/>
          </a:solidFill>
        </p:spPr>
        <p:txBody>
          <a:bodyPr anchor="ctr" anchorCtr="0">
            <a:normAutofit/>
          </a:bodyPr>
          <a:lstStyle>
            <a:lvl1pPr algn="r">
              <a:defRPr sz="4400" b="0" baseline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1" name="MH_Others_1"/>
          <p:cNvSpPr/>
          <p:nvPr userDrawn="1">
            <p:custDataLst>
              <p:tags r:id="rId1"/>
            </p:custDataLst>
          </p:nvPr>
        </p:nvSpPr>
        <p:spPr>
          <a:xfrm>
            <a:off x="8997410" y="1861413"/>
            <a:ext cx="2773676" cy="7133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72000" rtlCol="0" anchor="ctr"/>
          <a:lstStyle/>
          <a:p>
            <a:endParaRPr lang="zh-CN" altLang="en-US" sz="6000" spc="500">
              <a:solidFill>
                <a:srgbClr val="FFFFFF"/>
              </a:solidFill>
              <a:latin typeface="Arial" pitchFamily="34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2" name="MH_Number"/>
          <p:cNvSpPr/>
          <p:nvPr userDrawn="1">
            <p:custDataLst>
              <p:tags r:id="rId2"/>
            </p:custDataLst>
          </p:nvPr>
        </p:nvSpPr>
        <p:spPr>
          <a:xfrm>
            <a:off x="7907903" y="2822268"/>
            <a:ext cx="1104021" cy="110203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0" bIns="36000" rtlCol="0" anchor="ctr">
            <a:normAutofit/>
          </a:bodyPr>
          <a:lstStyle/>
          <a:p>
            <a:pPr algn="ctr"/>
            <a:endParaRPr lang="zh-CN" altLang="en-US" sz="6000" dirty="0">
              <a:solidFill>
                <a:srgbClr val="FFFFFF"/>
              </a:solidFill>
              <a:latin typeface="Arial" pitchFamily="34" charset="0"/>
              <a:ea typeface="黑体" pitchFamily="49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27050" y="1081088"/>
            <a:ext cx="11096625" cy="5494337"/>
          </a:xfrm>
        </p:spPr>
        <p:txBody>
          <a:bodyPr anchor="ctr"/>
          <a:lstStyle>
            <a:lvl3pPr>
              <a:defRPr sz="2000"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2"/>
            <a:r>
              <a:rPr lang="zh-CN" altLang="en-US" dirty="0"/>
              <a:t>第二级</a:t>
            </a:r>
          </a:p>
          <a:p>
            <a:pPr lvl="3"/>
            <a:r>
              <a:rPr lang="zh-CN" altLang="en-US" dirty="0"/>
              <a:t>第三级</a:t>
            </a:r>
          </a:p>
          <a:p>
            <a:pPr lvl="4"/>
            <a:r>
              <a:rPr lang="zh-CN" altLang="en-US" dirty="0"/>
              <a:t>第四级</a:t>
            </a:r>
          </a:p>
          <a:p>
            <a:pPr lvl="5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978AB73-C21A-4206-95C6-E985B3C13B87}" type="datetimeFigureOut">
              <a:rPr lang="en-US"/>
              <a:pPr/>
              <a:t>12/29/2025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D0AF3E-958B-448D-89BC-62A954884BC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61312-70F7-4F70-A0A8-1B1CAB6B8F68}" type="datetimeFigureOut">
              <a:rPr lang="en-US"/>
              <a:pPr/>
              <a:t>12/29/2025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24FEF5-7A0F-4DCA-98E9-0D9DF675221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721083-8B9B-4E35-B1C4-992A33719A8F}" type="datetimeFigureOut">
              <a:rPr lang="en-US"/>
              <a:pPr/>
              <a:t>12/29/2025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F990FD-5C4A-4094-8146-5EC2C7199BC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16A0FCC-29A9-4593-82CA-B42A571305FF}" type="datetimeFigureOut">
              <a:rPr lang="en-US"/>
              <a:pPr/>
              <a:t>12/29/2025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B1F22F-07AE-43B0-A831-8F80CFE46A7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95545FF-1764-49BC-BC5E-7717E943F92C}" type="datetimeFigureOut">
              <a:rPr lang="en-US"/>
              <a:pPr/>
              <a:t>12/29/2025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284D68-995A-4CEB-9F10-B45AF7819B9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97C83F-81A3-4146-89D3-5109E605CC98}" type="datetimeFigureOut">
              <a:rPr lang="en-US"/>
              <a:pPr/>
              <a:t>12/29/2025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B050AD-E1B9-4656-B4DB-C23897F9A65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8025DBF-65E2-46B4-97BB-99B9FD7E25F5}" type="datetimeFigureOut">
              <a:rPr lang="en-US"/>
              <a:pPr/>
              <a:t>12/29/2025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1698E2-977C-4D70-B9AF-B6067A84FC5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E22BD7-4E1B-4FB7-A03C-460A46502940}" type="datetimeFigureOut">
              <a:rPr lang="en-US"/>
              <a:pPr/>
              <a:t>12/29/2025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314C84-1AB0-4F35-8B82-A34D9165BD5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A4577-CD9C-4901-B987-71884D66A71C}" type="datetimeFigureOut">
              <a:rPr lang="en-US"/>
              <a:pPr/>
              <a:t>12/29/2025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E5189F-99F5-4BF7-BCC2-7C4588CB109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1D64001-25A3-428E-966A-AE18BCE5A33A}" type="datetimeFigureOut">
              <a:rPr lang="en-US"/>
              <a:pPr/>
              <a:t>12/29/2025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87C1D8-4561-4D29-9F3E-DAF5EAD52E4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11143"/>
            <a:ext cx="2743200" cy="59150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11143"/>
            <a:ext cx="8026400" cy="59150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F94FBE4-A909-4081-8F44-E27395A0F5DD}" type="datetimeFigureOut">
              <a:rPr lang="en-US"/>
              <a:pPr/>
              <a:t>12/29/2025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0D1892-913F-4512-BEFD-C3DBCD3229A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685800" y="5349903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标题 28"/>
          <p:cNvSpPr>
            <a:spLocks noGrp="1"/>
          </p:cNvSpPr>
          <p:nvPr>
            <p:ph type="ctrTitle"/>
          </p:nvPr>
        </p:nvSpPr>
        <p:spPr>
          <a:xfrm>
            <a:off x="508000" y="4853412"/>
            <a:ext cx="11277600" cy="1222375"/>
          </a:xfrm>
        </p:spPr>
        <p:txBody>
          <a:bodyPr anchor="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508000" y="3886200"/>
            <a:ext cx="112776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10972800" y="6473952"/>
            <a:ext cx="1011936" cy="246888"/>
          </a:xfrm>
        </p:spPr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-17670" y="-26504"/>
            <a:ext cx="12209670" cy="6886714"/>
            <a:chOff x="-17670" y="-26504"/>
            <a:chExt cx="12209670" cy="6886714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 rotWithShape="1">
            <a:blip r:embed="rId2" cstate="email"/>
            <a:srcRect t="-386" b="-1"/>
            <a:stretch>
              <a:fillRect/>
            </a:stretch>
          </p:blipFill>
          <p:spPr>
            <a:xfrm>
              <a:off x="-17669" y="-26504"/>
              <a:ext cx="12209669" cy="6884504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3" cstate="email"/>
            <a:srcRect b="-703"/>
            <a:stretch>
              <a:fillRect/>
            </a:stretch>
          </p:blipFill>
          <p:spPr>
            <a:xfrm rot="10800000">
              <a:off x="-1" y="-13253"/>
              <a:ext cx="5989984" cy="6871251"/>
            </a:xfrm>
            <a:prstGeom prst="rect">
              <a:avLst/>
            </a:prstGeom>
          </p:spPr>
        </p:pic>
        <p:sp>
          <p:nvSpPr>
            <p:cNvPr id="12" name="矩形 11"/>
            <p:cNvSpPr/>
            <p:nvPr userDrawn="1"/>
          </p:nvSpPr>
          <p:spPr>
            <a:xfrm>
              <a:off x="-17670" y="-11040"/>
              <a:ext cx="12209669" cy="6871250"/>
            </a:xfrm>
            <a:prstGeom prst="rect">
              <a:avLst/>
            </a:prstGeom>
            <a:solidFill>
              <a:srgbClr val="1A67A6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aseline="0"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3801441" y="1416845"/>
              <a:ext cx="4351959" cy="4108554"/>
            </a:xfrm>
            <a:prstGeom prst="ellipse">
              <a:avLst/>
            </a:prstGeom>
            <a:solidFill>
              <a:srgbClr val="FFFFFF">
                <a:alpha val="8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aseline="0"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4" name="任意多边形 13"/>
            <p:cNvSpPr/>
            <p:nvPr userDrawn="1"/>
          </p:nvSpPr>
          <p:spPr>
            <a:xfrm>
              <a:off x="3198495" y="3477830"/>
              <a:ext cx="1162963" cy="1900516"/>
            </a:xfrm>
            <a:custGeom>
              <a:avLst/>
              <a:gdLst>
                <a:gd name="connsiteX0" fmla="*/ 2082 w 1161136"/>
                <a:gd name="connsiteY0" fmla="*/ 0 h 1735954"/>
                <a:gd name="connsiteX1" fmla="*/ 212502 w 1161136"/>
                <a:gd name="connsiteY1" fmla="*/ 0 h 1735954"/>
                <a:gd name="connsiteX2" fmla="*/ 210423 w 1161136"/>
                <a:gd name="connsiteY2" fmla="*/ 41759 h 1735954"/>
                <a:gd name="connsiteX3" fmla="*/ 1068588 w 1161136"/>
                <a:gd name="connsiteY3" fmla="*/ 1678924 h 1735954"/>
                <a:gd name="connsiteX4" fmla="*/ 1161136 w 1161136"/>
                <a:gd name="connsiteY4" fmla="*/ 1735954 h 1735954"/>
                <a:gd name="connsiteX5" fmla="*/ 795874 w 1161136"/>
                <a:gd name="connsiteY5" fmla="*/ 1735954 h 1735954"/>
                <a:gd name="connsiteX6" fmla="*/ 784897 w 1161136"/>
                <a:gd name="connsiteY6" fmla="*/ 1727639 h 1735954"/>
                <a:gd name="connsiteX7" fmla="*/ 0 w 1161136"/>
                <a:gd name="connsiteY7" fmla="*/ 41759 h 1735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1136" h="1735954">
                  <a:moveTo>
                    <a:pt x="2082" y="0"/>
                  </a:moveTo>
                  <a:lnTo>
                    <a:pt x="212502" y="0"/>
                  </a:lnTo>
                  <a:lnTo>
                    <a:pt x="210423" y="41759"/>
                  </a:lnTo>
                  <a:cubicBezTo>
                    <a:pt x="210423" y="723262"/>
                    <a:pt x="550833" y="1324118"/>
                    <a:pt x="1068588" y="1678924"/>
                  </a:cubicBezTo>
                  <a:lnTo>
                    <a:pt x="1161136" y="1735954"/>
                  </a:lnTo>
                  <a:lnTo>
                    <a:pt x="795874" y="1735954"/>
                  </a:lnTo>
                  <a:lnTo>
                    <a:pt x="784897" y="1727639"/>
                  </a:lnTo>
                  <a:cubicBezTo>
                    <a:pt x="305541" y="1326919"/>
                    <a:pt x="0" y="720482"/>
                    <a:pt x="0" y="417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aseline="0">
                <a:latin typeface="Arial" pitchFamily="34" charset="0"/>
                <a:ea typeface="黑体" pitchFamily="49" charset="-122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 userDrawn="1"/>
          </p:nvPicPr>
          <p:blipFill>
            <a:blip r:embed="rId4" cstate="email"/>
            <a:stretch>
              <a:fillRect/>
            </a:stretch>
          </p:blipFill>
          <p:spPr>
            <a:xfrm flipH="1">
              <a:off x="7609660" y="3500001"/>
              <a:ext cx="1162405" cy="1905601"/>
            </a:xfrm>
            <a:prstGeom prst="rect">
              <a:avLst/>
            </a:prstGeom>
          </p:spPr>
        </p:pic>
      </p:grpSp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270269" y="1578800"/>
            <a:ext cx="3633789" cy="358555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7" name="内容占位符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>
          <a:xfrm>
            <a:off x="4775200" y="76201"/>
            <a:ext cx="3860800" cy="2889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10972800" y="6473952"/>
            <a:ext cx="1011936" cy="246888"/>
          </a:xfrm>
        </p:spPr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852451" y="0"/>
            <a:ext cx="2941981" cy="97798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685800" y="3444903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508000" y="1676400"/>
            <a:ext cx="112776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240633" y="2947086"/>
            <a:ext cx="115824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>
            <p:ph type="title"/>
          </p:nvPr>
        </p:nvSpPr>
        <p:spPr>
          <a:xfrm>
            <a:off x="402336" y="457200"/>
            <a:ext cx="11582400" cy="841248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406400" y="1600200"/>
            <a:ext cx="5588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7912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28"/>
          <p:cNvSpPr>
            <a:spLocks noGrp="1"/>
          </p:cNvSpPr>
          <p:nvPr>
            <p:ph type="title"/>
          </p:nvPr>
        </p:nvSpPr>
        <p:spPr>
          <a:xfrm>
            <a:off x="406400" y="5410200"/>
            <a:ext cx="114808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375259" y="666750"/>
            <a:ext cx="57207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3"/>
          </p:nvPr>
        </p:nvSpPr>
        <p:spPr>
          <a:xfrm>
            <a:off x="6193367" y="666750"/>
            <a:ext cx="5722988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375259" y="1316038"/>
            <a:ext cx="5720741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8" name="内容占位符 27"/>
          <p:cNvSpPr>
            <a:spLocks noGrp="1"/>
          </p:cNvSpPr>
          <p:nvPr>
            <p:ph sz="quarter" idx="4"/>
          </p:nvPr>
        </p:nvSpPr>
        <p:spPr>
          <a:xfrm>
            <a:off x="6198307" y="1316038"/>
            <a:ext cx="571804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972800" y="6477000"/>
            <a:ext cx="1016000" cy="246888"/>
          </a:xfrm>
        </p:spPr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685800" y="6019801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矩形 11"/>
          <p:cNvSpPr/>
          <p:nvPr userDrawn="1"/>
        </p:nvSpPr>
        <p:spPr>
          <a:xfrm>
            <a:off x="395112" y="574700"/>
            <a:ext cx="11401777" cy="5708601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aseline="0">
              <a:latin typeface="Arial" pitchFamily="34" charset="0"/>
              <a:ea typeface="黑体" pitchFamily="49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29"/>
          <p:cNvSpPr>
            <a:spLocks noGrp="1"/>
          </p:cNvSpPr>
          <p:nvPr>
            <p:ph type="title"/>
          </p:nvPr>
        </p:nvSpPr>
        <p:spPr>
          <a:xfrm>
            <a:off x="402336" y="457200"/>
            <a:ext cx="11582400" cy="841248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461" y="-1"/>
            <a:ext cx="12213160" cy="6858001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376156" y="773252"/>
            <a:ext cx="11401777" cy="549321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aseline="0">
              <a:latin typeface="Arial" pitchFamily="34" charset="0"/>
              <a:ea typeface="黑体" pitchFamily="49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685800" y="5849118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609600" y="5486400"/>
            <a:ext cx="112776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2"/>
          </p:nvPr>
        </p:nvSpPr>
        <p:spPr>
          <a:xfrm>
            <a:off x="609601" y="609600"/>
            <a:ext cx="4011084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4766733" y="609600"/>
            <a:ext cx="7120467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29" name="页脚占位符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idx="1"/>
          </p:nvPr>
        </p:nvSpPr>
        <p:spPr>
          <a:xfrm>
            <a:off x="4673600" y="616634"/>
            <a:ext cx="67056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508000" y="4993760"/>
            <a:ext cx="78232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half" idx="2"/>
          </p:nvPr>
        </p:nvSpPr>
        <p:spPr>
          <a:xfrm>
            <a:off x="508000" y="5533218"/>
            <a:ext cx="78232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549277"/>
            <a:ext cx="243840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549277"/>
            <a:ext cx="83312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461" y="-1"/>
            <a:ext cx="12213160" cy="685800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81683" cy="6858001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376156" y="773252"/>
            <a:ext cx="11401777" cy="549321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aseline="0">
              <a:latin typeface="Arial" pitchFamily="34" charset="0"/>
              <a:ea typeface="黑体" pitchFamily="49" charset="-122"/>
            </a:endParaRPr>
          </a:p>
        </p:txBody>
      </p:sp>
      <p:grpSp>
        <p:nvGrpSpPr>
          <p:cNvPr id="3" name="组合 8"/>
          <p:cNvGrpSpPr/>
          <p:nvPr userDrawn="1"/>
        </p:nvGrpSpPr>
        <p:grpSpPr>
          <a:xfrm>
            <a:off x="3935413" y="1042988"/>
            <a:ext cx="4460876" cy="4468812"/>
            <a:chOff x="3935413" y="1042988"/>
            <a:chExt cx="4460876" cy="4468812"/>
          </a:xfrm>
        </p:grpSpPr>
        <p:sp>
          <p:nvSpPr>
            <p:cNvPr id="10" name="任意多边形 9"/>
            <p:cNvSpPr/>
            <p:nvPr userDrawn="1">
              <p:custDataLst>
                <p:tags r:id="rId1"/>
              </p:custDataLst>
            </p:nvPr>
          </p:nvSpPr>
          <p:spPr>
            <a:xfrm flipH="1">
              <a:off x="6164263" y="1836738"/>
              <a:ext cx="2228850" cy="3675062"/>
            </a:xfrm>
            <a:custGeom>
              <a:avLst/>
              <a:gdLst>
                <a:gd name="connsiteX0" fmla="*/ 2231629 w 2231629"/>
                <a:gd name="connsiteY0" fmla="*/ 0 h 4463258"/>
                <a:gd name="connsiteX1" fmla="*/ 2231629 w 2231629"/>
                <a:gd name="connsiteY1" fmla="*/ 4463258 h 4463258"/>
                <a:gd name="connsiteX2" fmla="*/ 0 w 2231629"/>
                <a:gd name="connsiteY2" fmla="*/ 2231629 h 4463258"/>
                <a:gd name="connsiteX3" fmla="*/ 2231629 w 2231629"/>
                <a:gd name="connsiteY3" fmla="*/ 0 h 446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1629" h="4463258">
                  <a:moveTo>
                    <a:pt x="2231629" y="0"/>
                  </a:moveTo>
                  <a:lnTo>
                    <a:pt x="2231629" y="4463258"/>
                  </a:lnTo>
                  <a:lnTo>
                    <a:pt x="0" y="2231629"/>
                  </a:lnTo>
                  <a:lnTo>
                    <a:pt x="223162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1" name="任意多边形 10"/>
            <p:cNvSpPr/>
            <p:nvPr userDrawn="1">
              <p:custDataLst>
                <p:tags r:id="rId2"/>
              </p:custDataLst>
            </p:nvPr>
          </p:nvSpPr>
          <p:spPr>
            <a:xfrm>
              <a:off x="3935413" y="1042988"/>
              <a:ext cx="2228850" cy="3681412"/>
            </a:xfrm>
            <a:custGeom>
              <a:avLst/>
              <a:gdLst>
                <a:gd name="connsiteX0" fmla="*/ 2231629 w 2231629"/>
                <a:gd name="connsiteY0" fmla="*/ 0 h 4463258"/>
                <a:gd name="connsiteX1" fmla="*/ 2231629 w 2231629"/>
                <a:gd name="connsiteY1" fmla="*/ 4463258 h 4463258"/>
                <a:gd name="connsiteX2" fmla="*/ 0 w 2231629"/>
                <a:gd name="connsiteY2" fmla="*/ 2231629 h 4463258"/>
                <a:gd name="connsiteX3" fmla="*/ 2231629 w 2231629"/>
                <a:gd name="connsiteY3" fmla="*/ 0 h 446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1629" h="4463258">
                  <a:moveTo>
                    <a:pt x="2231629" y="0"/>
                  </a:moveTo>
                  <a:lnTo>
                    <a:pt x="2231629" y="4463258"/>
                  </a:lnTo>
                  <a:lnTo>
                    <a:pt x="0" y="2231629"/>
                  </a:lnTo>
                  <a:lnTo>
                    <a:pt x="2231629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2" name="任意多边形 11"/>
            <p:cNvSpPr/>
            <p:nvPr userDrawn="1">
              <p:custDataLst>
                <p:tags r:id="rId3"/>
              </p:custDataLst>
            </p:nvPr>
          </p:nvSpPr>
          <p:spPr>
            <a:xfrm>
              <a:off x="3935414" y="1049338"/>
              <a:ext cx="2232025" cy="4462462"/>
            </a:xfrm>
            <a:custGeom>
              <a:avLst/>
              <a:gdLst>
                <a:gd name="connsiteX0" fmla="*/ 2231629 w 2231629"/>
                <a:gd name="connsiteY0" fmla="*/ 0 h 4463258"/>
                <a:gd name="connsiteX1" fmla="*/ 2231629 w 2231629"/>
                <a:gd name="connsiteY1" fmla="*/ 4463258 h 4463258"/>
                <a:gd name="connsiteX2" fmla="*/ 0 w 2231629"/>
                <a:gd name="connsiteY2" fmla="*/ 2231629 h 4463258"/>
                <a:gd name="connsiteX3" fmla="*/ 2231629 w 2231629"/>
                <a:gd name="connsiteY3" fmla="*/ 0 h 446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1629" h="4463258">
                  <a:moveTo>
                    <a:pt x="2231629" y="0"/>
                  </a:moveTo>
                  <a:lnTo>
                    <a:pt x="2231629" y="4463258"/>
                  </a:lnTo>
                  <a:lnTo>
                    <a:pt x="0" y="2231629"/>
                  </a:lnTo>
                  <a:lnTo>
                    <a:pt x="223162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3" name="任意多边形 12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6164264" y="1049338"/>
              <a:ext cx="2232025" cy="4462462"/>
            </a:xfrm>
            <a:custGeom>
              <a:avLst/>
              <a:gdLst>
                <a:gd name="connsiteX0" fmla="*/ 2231629 w 2231629"/>
                <a:gd name="connsiteY0" fmla="*/ 0 h 4463258"/>
                <a:gd name="connsiteX1" fmla="*/ 2231629 w 2231629"/>
                <a:gd name="connsiteY1" fmla="*/ 4463258 h 4463258"/>
                <a:gd name="connsiteX2" fmla="*/ 0 w 2231629"/>
                <a:gd name="connsiteY2" fmla="*/ 2231629 h 4463258"/>
                <a:gd name="connsiteX3" fmla="*/ 2231629 w 2231629"/>
                <a:gd name="connsiteY3" fmla="*/ 0 h 446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1629" h="4463258">
                  <a:moveTo>
                    <a:pt x="2231629" y="0"/>
                  </a:moveTo>
                  <a:lnTo>
                    <a:pt x="2231629" y="4463258"/>
                  </a:lnTo>
                  <a:lnTo>
                    <a:pt x="0" y="2231629"/>
                  </a:lnTo>
                  <a:lnTo>
                    <a:pt x="22316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Arial" pitchFamily="34" charset="0"/>
                <a:ea typeface="黑体" pitchFamily="49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356800" y="2250000"/>
            <a:ext cx="1569600" cy="1753200"/>
          </a:xfrm>
        </p:spPr>
        <p:txBody>
          <a:bodyPr/>
          <a:lstStyle>
            <a:lvl1pPr algn="ctr">
              <a:defRPr sz="5400" b="0"/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0" hasCustomPrompt="1"/>
          </p:nvPr>
        </p:nvSpPr>
        <p:spPr>
          <a:xfrm>
            <a:off x="5259600" y="4089600"/>
            <a:ext cx="1818000" cy="4356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编辑副标题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9.jpe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-20638"/>
            <a:ext cx="12192000" cy="1438276"/>
          </a:xfrm>
          <a:prstGeom prst="rect">
            <a:avLst/>
          </a:prstGeom>
          <a:solidFill>
            <a:srgbClr val="243AA8"/>
          </a:solidFill>
          <a:ln w="9525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21168" y="6742114"/>
            <a:ext cx="12170833" cy="115887"/>
          </a:xfrm>
          <a:prstGeom prst="rect">
            <a:avLst/>
          </a:prstGeom>
          <a:solidFill>
            <a:srgbClr val="C1C1C1"/>
          </a:solidFill>
          <a:ln w="9525">
            <a:noFill/>
            <a:miter lim="800000"/>
            <a:headEnd/>
            <a:tailEnd/>
          </a:ln>
        </p:spPr>
        <p:txBody>
          <a:bodyPr lIns="36000" tIns="7200" rIns="36000" bIns="18000" anchor="ctr"/>
          <a:lstStyle/>
          <a:p>
            <a:pPr eaLnBrk="0" hangingPunct="0"/>
            <a:endParaRPr lang="en-US" sz="100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1167" y="-9525"/>
            <a:ext cx="12192000" cy="109538"/>
          </a:xfrm>
          <a:prstGeom prst="rect">
            <a:avLst/>
          </a:prstGeom>
          <a:solidFill>
            <a:srgbClr val="C1C1C1"/>
          </a:solidFill>
          <a:ln w="9525">
            <a:noFill/>
            <a:miter lim="800000"/>
            <a:headEnd/>
            <a:tailEnd/>
          </a:ln>
        </p:spPr>
        <p:txBody>
          <a:bodyPr lIns="36000" tIns="7200" rIns="36000" bIns="18000" anchor="ctr"/>
          <a:lstStyle/>
          <a:p>
            <a:pPr eaLnBrk="0" hangingPunct="0"/>
            <a:endParaRPr lang="en-US" sz="1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111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/>
            </a:lvl1pPr>
          </a:lstStyle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/>
            </a:lvl1pPr>
          </a:lstStyle>
          <a:p>
            <a:endParaRPr lang="zh-CN" altLang="en-US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51" r:id="rId13"/>
    <p:sldLayoutId id="2147483658" r:id="rId14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itchFamily="34" charset="0"/>
          <a:ea typeface="隶书" pitchFamily="49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itchFamily="34" charset="0"/>
          <a:ea typeface="隶书" pitchFamily="49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itchFamily="34" charset="0"/>
          <a:ea typeface="隶书" pitchFamily="49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itchFamily="34" charset="0"/>
          <a:ea typeface="隶书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itchFamily="34" charset="0"/>
          <a:ea typeface="隶书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itchFamily="34" charset="0"/>
          <a:ea typeface="隶书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itchFamily="34" charset="0"/>
          <a:ea typeface="隶书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itchFamily="34" charset="0"/>
          <a:ea typeface="隶书" pitchFamily="49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111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/>
            </a:lvl1pPr>
          </a:lstStyle>
          <a:p>
            <a:fld id="{AC2FBBD8-C38E-4DEA-A36B-1A9976652700}" type="datetimeFigureOut">
              <a:rPr lang="en-US"/>
              <a:pPr/>
              <a:t>12/29/2025</a:t>
            </a:fld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/>
            </a:lvl1pPr>
          </a:lstStyle>
          <a:p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fld id="{4DFD85A7-EB8A-4E89-BDF1-90919F01F55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itchFamily="34" charset="0"/>
          <a:ea typeface="隶书" pitchFamily="49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itchFamily="34" charset="0"/>
          <a:ea typeface="隶书" pitchFamily="49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itchFamily="34" charset="0"/>
          <a:ea typeface="隶书" pitchFamily="49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itchFamily="34" charset="0"/>
          <a:ea typeface="隶书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itchFamily="34" charset="0"/>
          <a:ea typeface="隶书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itchFamily="34" charset="0"/>
          <a:ea typeface="隶书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itchFamily="34" charset="0"/>
          <a:ea typeface="隶书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itchFamily="34" charset="0"/>
          <a:ea typeface="隶书" pitchFamily="49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685800" y="1050899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406400" y="1554163"/>
            <a:ext cx="115824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2"/>
          </p:nvPr>
        </p:nvSpPr>
        <p:spPr>
          <a:xfrm>
            <a:off x="8636000" y="76201"/>
            <a:ext cx="33528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28" name="页脚占位符 27"/>
          <p:cNvSpPr>
            <a:spLocks noGrp="1"/>
          </p:cNvSpPr>
          <p:nvPr>
            <p:ph type="ftr" sz="quarter" idx="3"/>
          </p:nvPr>
        </p:nvSpPr>
        <p:spPr>
          <a:xfrm>
            <a:off x="4165600" y="76201"/>
            <a:ext cx="44704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0972800" y="6477001"/>
            <a:ext cx="1016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标题占位符 9"/>
          <p:cNvSpPr>
            <a:spLocks noGrp="1"/>
          </p:cNvSpPr>
          <p:nvPr>
            <p:ph type="title"/>
          </p:nvPr>
        </p:nvSpPr>
        <p:spPr>
          <a:xfrm>
            <a:off x="406400" y="457200"/>
            <a:ext cx="115824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685800" y="1050899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685800" y="1057987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ransition>
    <p:fade/>
  </p:transition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image" Target="../media/image33.pn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slideLayout" Target="../slideLayouts/slideLayout27.xml"/><Relationship Id="rId7" Type="http://schemas.openxmlformats.org/officeDocument/2006/relationships/image" Target="../media/image36.png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5" Type="http://schemas.openxmlformats.org/officeDocument/2006/relationships/image" Target="../media/image40.png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5" Type="http://schemas.openxmlformats.org/officeDocument/2006/relationships/image" Target="../media/image41.png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image" Target="../media/image50.png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4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52500" y="2785183"/>
            <a:ext cx="9469259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6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6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6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6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en-US" sz="6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面向对象编程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68618" y="2346670"/>
            <a:ext cx="5333511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5.1 </a:t>
            </a:r>
            <a:r>
              <a:rPr lang="zh-CN" altLang="en-US" sz="40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多态、封装与继承</a:t>
            </a:r>
            <a:endParaRPr lang="en-US" altLang="zh-CN" sz="4000" b="1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5.2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类与对象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5.3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5.4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property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0735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940668" y="1203812"/>
            <a:ext cx="4301177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多态、封装与继承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12513" y="2327197"/>
            <a:ext cx="30378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polymorphism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46557" y="3123816"/>
            <a:ext cx="957946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多态指的是能够同样地对待不同类型和类的对象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即无需知道对象属于哪个类就可调用其方法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操作的行为将随对象所属的类而变化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1970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940668" y="1203812"/>
            <a:ext cx="4301177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多态、封装与继承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90287" y="2532973"/>
            <a:ext cx="957946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&gt;&gt;&gt;‘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abc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’.count(‘a’)</a:t>
            </a: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1</a:t>
            </a: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&gt;&gt;&gt;[1,2,’a’].count(‘a’)</a:t>
            </a: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1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90286" y="4554602"/>
            <a:ext cx="957946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&gt;&gt;&gt;1+2</a:t>
            </a: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3</a:t>
            </a: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&gt;&gt;&gt;’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sdut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’+’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edu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’</a:t>
            </a:r>
          </a:p>
          <a:p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sdutedu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9890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940668" y="1203812"/>
            <a:ext cx="4301177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多态、封装与继承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9439" y="3231538"/>
            <a:ext cx="55036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目的：向外部隐藏不必要的细节</a:t>
            </a:r>
          </a:p>
        </p:txBody>
      </p:sp>
      <p:sp>
        <p:nvSpPr>
          <p:cNvPr id="8" name="矩形 7"/>
          <p:cNvSpPr/>
          <p:nvPr/>
        </p:nvSpPr>
        <p:spPr>
          <a:xfrm>
            <a:off x="4712513" y="2327197"/>
            <a:ext cx="30378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encapsulation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02517" y="4197434"/>
            <a:ext cx="55543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可以让对象拥有自己的状态。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对象的状态由对象的属性来表征。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对象的方法可以修改这些属性。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5947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940668" y="1203812"/>
            <a:ext cx="4301177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多态、封装与继承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21662" y="3081250"/>
            <a:ext cx="957946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继承：一个派生类（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derived class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）继承基类（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base class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）的字段和方法。</a:t>
            </a:r>
          </a:p>
        </p:txBody>
      </p:sp>
      <p:sp>
        <p:nvSpPr>
          <p:cNvPr id="10" name="矩形 9"/>
          <p:cNvSpPr/>
          <p:nvPr/>
        </p:nvSpPr>
        <p:spPr>
          <a:xfrm>
            <a:off x="1521661" y="4370312"/>
            <a:ext cx="957946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继承允许把一个派生类的对象作为一个基类对象对待。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例如，一个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Dog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类型的对象派生自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Animal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类。</a:t>
            </a:r>
          </a:p>
        </p:txBody>
      </p:sp>
      <p:sp>
        <p:nvSpPr>
          <p:cNvPr id="2" name="矩形 1"/>
          <p:cNvSpPr/>
          <p:nvPr/>
        </p:nvSpPr>
        <p:spPr>
          <a:xfrm>
            <a:off x="5058761" y="2322674"/>
            <a:ext cx="20649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Inheritance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1182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82686" y="1994977"/>
            <a:ext cx="5333511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5.1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多态、封装与继承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5.2 </a:t>
            </a:r>
            <a:r>
              <a:rPr lang="zh-CN" altLang="en-US" sz="40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类与对象</a:t>
            </a:r>
            <a:endParaRPr lang="en-US" altLang="zh-CN" sz="4000" b="1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5.3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5.4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property</a:t>
            </a:r>
          </a:p>
          <a:p>
            <a:pPr>
              <a:lnSpc>
                <a:spcPct val="130000"/>
              </a:lnSpc>
            </a:pP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60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类与对象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35729" y="2546678"/>
            <a:ext cx="957946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类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(Class):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用来描述具有相同的属性和方法的对象的集合。它定义了该集合中每个对象所共有的属性和方法。</a:t>
            </a:r>
          </a:p>
        </p:txBody>
      </p:sp>
      <p:sp>
        <p:nvSpPr>
          <p:cNvPr id="2" name="矩形 1"/>
          <p:cNvSpPr/>
          <p:nvPr/>
        </p:nvSpPr>
        <p:spPr>
          <a:xfrm>
            <a:off x="1669366" y="4433924"/>
            <a:ext cx="919089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对象：通过类定义的数据结构的实例。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对象包括两个数据成员（类变量和实例变量）和方法。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52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类与对象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35729" y="2546678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自定义类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883056" y="3282236"/>
            <a:ext cx="8122719" cy="280785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50856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类与对象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35729" y="2546678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因封装而隐藏</a:t>
            </a:r>
          </a:p>
        </p:txBody>
      </p:sp>
      <p:sp>
        <p:nvSpPr>
          <p:cNvPr id="8" name="矩形 7"/>
          <p:cNvSpPr/>
          <p:nvPr/>
        </p:nvSpPr>
        <p:spPr>
          <a:xfrm>
            <a:off x="1535728" y="3399082"/>
            <a:ext cx="957946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Python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没有为私有属性提供直接的支持，而是需要程序员知道在什么情况下从外部修改属性是安全的。</a:t>
            </a:r>
          </a:p>
        </p:txBody>
      </p:sp>
      <p:sp>
        <p:nvSpPr>
          <p:cNvPr id="10" name="矩形 9"/>
          <p:cNvSpPr/>
          <p:nvPr/>
        </p:nvSpPr>
        <p:spPr>
          <a:xfrm>
            <a:off x="1535727" y="4682373"/>
            <a:ext cx="957946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Python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提供让方法或者属性成为私有的方式，在其名称前加两个下划线，以此类似于其他语言的标准私有化方法。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778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类与对象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35729" y="2546678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隐藏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678284" y="3069898"/>
            <a:ext cx="7294349" cy="2579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03686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类与对象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35729" y="2546678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隐藏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092235" y="3379419"/>
            <a:ext cx="8466447" cy="26134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0943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类与对象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35729" y="2546678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隐藏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09954" y="3429000"/>
            <a:ext cx="10205235" cy="204729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535728" y="5688080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无法禁止别人访问对象的私有方法和属性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60661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类与对象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41156" y="2280962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继承与多态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441156" y="2804182"/>
            <a:ext cx="5044050" cy="27799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734933" y="3040717"/>
            <a:ext cx="4467300" cy="192052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075396" y="5820677"/>
            <a:ext cx="1033350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对于Dog，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Cat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来说，Animal就是它的父类，对于Animal来说，Dog和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Cat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就是它的子类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528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类与对象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41156" y="2075257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继承与多态</a:t>
            </a:r>
          </a:p>
        </p:txBody>
      </p:sp>
      <p:sp>
        <p:nvSpPr>
          <p:cNvPr id="6" name="矩形 5"/>
          <p:cNvSpPr/>
          <p:nvPr/>
        </p:nvSpPr>
        <p:spPr>
          <a:xfrm>
            <a:off x="1064135" y="5314140"/>
            <a:ext cx="1033350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当子类和父类都存在相同的方法时，子类覆盖了父类，在代码运行的时候，总是会调用子类的方法，体现了多态特性。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553698" y="2598477"/>
            <a:ext cx="4271432" cy="26681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578489" y="2856736"/>
            <a:ext cx="3191086" cy="190839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08269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类与对象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41156" y="2075257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isinstance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48874" y="5373794"/>
            <a:ext cx="770003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isinstance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判断变量是否属于某一种类型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444396" y="3017578"/>
            <a:ext cx="4202164" cy="207492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2762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类与对象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41156" y="2075257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issubclass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判断一个类是否是另一个类的子类</a:t>
            </a:r>
          </a:p>
        </p:txBody>
      </p:sp>
      <p:sp>
        <p:nvSpPr>
          <p:cNvPr id="6" name="矩形 5"/>
          <p:cNvSpPr/>
          <p:nvPr/>
        </p:nvSpPr>
        <p:spPr>
          <a:xfrm>
            <a:off x="1441156" y="4206207"/>
            <a:ext cx="770003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__base__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查看类的基类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002843" y="2781183"/>
            <a:ext cx="4044568" cy="112442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664757" y="4729427"/>
            <a:ext cx="4720740" cy="185159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94959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类与对象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41156" y="2075257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多重继承</a:t>
            </a:r>
          </a:p>
        </p:txBody>
      </p:sp>
      <p:sp>
        <p:nvSpPr>
          <p:cNvPr id="6" name="矩形 5"/>
          <p:cNvSpPr/>
          <p:nvPr/>
        </p:nvSpPr>
        <p:spPr>
          <a:xfrm>
            <a:off x="1015120" y="6064314"/>
            <a:ext cx="104315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多重继承是个功能强大的工具，但除非万不得已，尽量避免使用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19402" y="2642131"/>
            <a:ext cx="7126194" cy="29493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545596" y="4268469"/>
            <a:ext cx="4226614" cy="126249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5514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类与对象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41156" y="2075257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多重继承</a:t>
            </a:r>
          </a:p>
        </p:txBody>
      </p:sp>
      <p:sp>
        <p:nvSpPr>
          <p:cNvPr id="6" name="矩形 5"/>
          <p:cNvSpPr/>
          <p:nvPr/>
        </p:nvSpPr>
        <p:spPr>
          <a:xfrm>
            <a:off x="1065181" y="2763069"/>
            <a:ext cx="1005215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如果多个父类以不同的方式实现同一个方法（即多个同名的方法），必须在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calss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语句中小心排列这些父类，因为前面类的方法将覆盖后面类的方法。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68466" y="4312656"/>
            <a:ext cx="1005215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如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class 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TalkCal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(Talker, Calculator):pass</a:t>
            </a: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如两个父类都有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talk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方法，那么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Talker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将导致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Calculator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中的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talk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方法无法访问。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368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类与对象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4810" y="2049039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抽象基类</a:t>
            </a:r>
          </a:p>
        </p:txBody>
      </p:sp>
      <p:sp>
        <p:nvSpPr>
          <p:cNvPr id="6" name="矩形 5"/>
          <p:cNvSpPr/>
          <p:nvPr/>
        </p:nvSpPr>
        <p:spPr>
          <a:xfrm>
            <a:off x="1065181" y="2763069"/>
            <a:ext cx="1005215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ABC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，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Abstract Base Class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（抽象基类），主要定义了基本类和最基本的抽象方法，可以为子类定义共有的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API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，不需要具体实现。相当于是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Java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中的接口或者是抽象类。</a:t>
            </a:r>
          </a:p>
        </p:txBody>
      </p:sp>
      <p:sp>
        <p:nvSpPr>
          <p:cNvPr id="11" name="矩形 10"/>
          <p:cNvSpPr/>
          <p:nvPr/>
        </p:nvSpPr>
        <p:spPr>
          <a:xfrm>
            <a:off x="968466" y="4312656"/>
            <a:ext cx="1005215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 抽象基类可以不实现具体的方法（当然也可以实现，只不过子类如果想调用抽象基类中定义的方法需要使用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super()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）而是将其留给派生类实现。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8664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类与对象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4810" y="2049039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抽象基类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239879" y="2379382"/>
            <a:ext cx="5702756" cy="198711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34677" y="4897768"/>
            <a:ext cx="10175519" cy="144207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530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类与对象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4810" y="2049039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抽象基类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32855" y="5035918"/>
            <a:ext cx="10404806" cy="147156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599731" y="2199436"/>
            <a:ext cx="5446205" cy="26468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5266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类与对象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4810" y="2049039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抽象基类</a:t>
            </a:r>
          </a:p>
        </p:txBody>
      </p:sp>
      <p:sp>
        <p:nvSpPr>
          <p:cNvPr id="6" name="矩形 5"/>
          <p:cNvSpPr/>
          <p:nvPr/>
        </p:nvSpPr>
        <p:spPr>
          <a:xfrm>
            <a:off x="968464" y="2869749"/>
            <a:ext cx="1005215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直接继承</a:t>
            </a: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        直接继承抽象基类的子类就没有这么灵活，抽象基类中可以声明”抽象方法“和“抽象属性”，只有完全覆写（实现）了抽象基类中的“抽象”内容后，才能被实例化，而虚拟子类则不受此影响。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478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类与对象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4810" y="2049039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抽象基类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56075" y="2617805"/>
            <a:ext cx="5983389" cy="122816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816537" y="4259651"/>
            <a:ext cx="6262467" cy="20039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84919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类与对象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4810" y="2049039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抽象基类</a:t>
            </a:r>
          </a:p>
        </p:txBody>
      </p:sp>
      <p:sp>
        <p:nvSpPr>
          <p:cNvPr id="6" name="矩形 5"/>
          <p:cNvSpPr/>
          <p:nvPr/>
        </p:nvSpPr>
        <p:spPr>
          <a:xfrm>
            <a:off x="968464" y="2869749"/>
            <a:ext cx="1005215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虚拟子类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         将其他的类”注册“到抽象基类下当虚拟子类（调用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register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方法），虚拟子类的好处是你实现的第三方子类不需要直接继承自基类，可以实现抽象基类中的部分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API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接口，也可以根本不实现，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75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类与对象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4810" y="2049039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抽象基类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552701" y="2151961"/>
            <a:ext cx="5148665" cy="71315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090431" y="2943667"/>
            <a:ext cx="3808218" cy="19202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447800" y="4942459"/>
            <a:ext cx="8882356" cy="1755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56935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82686" y="1994977"/>
            <a:ext cx="5333511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5.1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多态、封装与继承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5.2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类与对象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5.3 </a:t>
            </a:r>
            <a:r>
              <a:rPr lang="zh-CN" altLang="en-US" sz="40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endParaRPr lang="en-US" altLang="zh-CN" sz="4000" b="1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5.4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property</a:t>
            </a:r>
          </a:p>
          <a:p>
            <a:pPr>
              <a:lnSpc>
                <a:spcPct val="130000"/>
              </a:lnSpc>
            </a:pP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0432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4810" y="2049039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构造函数</a:t>
            </a:r>
          </a:p>
        </p:txBody>
      </p:sp>
      <p:sp>
        <p:nvSpPr>
          <p:cNvPr id="6" name="矩形 5"/>
          <p:cNvSpPr/>
          <p:nvPr/>
        </p:nvSpPr>
        <p:spPr>
          <a:xfrm>
            <a:off x="968464" y="2869749"/>
            <a:ext cx="1005215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用于初始化类的内部状态，使用方式为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__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init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__(self,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参数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)</a:t>
            </a:r>
          </a:p>
          <a:p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类被实例化的时候就会执行该函数，可以把要先初始化的属性放到这个函数里面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919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4810" y="2049039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构造函数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60970" y="2611736"/>
            <a:ext cx="4382653" cy="156777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267326" y="4404177"/>
            <a:ext cx="2886926" cy="13836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726686" y="2776458"/>
            <a:ext cx="5914860" cy="123833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009780" y="4553229"/>
            <a:ext cx="3086559" cy="123462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375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4810" y="2049039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析构函数</a:t>
            </a:r>
          </a:p>
        </p:txBody>
      </p:sp>
      <p:sp>
        <p:nvSpPr>
          <p:cNvPr id="6" name="矩形 5"/>
          <p:cNvSpPr/>
          <p:nvPr/>
        </p:nvSpPr>
        <p:spPr>
          <a:xfrm>
            <a:off x="968464" y="2869749"/>
            <a:ext cx="1005215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Python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提供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__del__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方法构成析构函数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当使用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del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删除对象时，会调用他本身的析构函数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当对象在某个作用域中调用完毕，在跳出其作用域的同时析构函数也会被调用一次，这样可以用来释放内存空间</a:t>
            </a:r>
          </a:p>
        </p:txBody>
      </p:sp>
      <p:sp>
        <p:nvSpPr>
          <p:cNvPr id="7" name="矩形 6"/>
          <p:cNvSpPr/>
          <p:nvPr/>
        </p:nvSpPr>
        <p:spPr>
          <a:xfrm>
            <a:off x="968463" y="5414008"/>
            <a:ext cx="100521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鉴于无法知道准确的调用时间，建议尽可能不要使用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__del__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7511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4810" y="2049039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析构函数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233619" y="4430154"/>
            <a:ext cx="3472353" cy="215352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985862" y="2069151"/>
            <a:ext cx="7664654" cy="218780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798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4810" y="2049039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重写构造函数</a:t>
            </a:r>
          </a:p>
        </p:txBody>
      </p:sp>
      <p:sp>
        <p:nvSpPr>
          <p:cNvPr id="6" name="矩形 5"/>
          <p:cNvSpPr/>
          <p:nvPr/>
        </p:nvSpPr>
        <p:spPr>
          <a:xfrm>
            <a:off x="968464" y="2869749"/>
            <a:ext cx="100521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重写是继承机制的一个重要方面，对构造函数尤其重要。</a:t>
            </a:r>
          </a:p>
        </p:txBody>
      </p:sp>
      <p:sp>
        <p:nvSpPr>
          <p:cNvPr id="7" name="矩形 6"/>
          <p:cNvSpPr/>
          <p:nvPr/>
        </p:nvSpPr>
        <p:spPr>
          <a:xfrm>
            <a:off x="968464" y="3844288"/>
            <a:ext cx="1005215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构造函数用于初始化新建对象的状态，对于大多数子类来说，除了父类的初始化代码外，还需要有自己的初始化。</a:t>
            </a:r>
          </a:p>
        </p:txBody>
      </p:sp>
      <p:sp>
        <p:nvSpPr>
          <p:cNvPr id="8" name="矩形 7"/>
          <p:cNvSpPr/>
          <p:nvPr/>
        </p:nvSpPr>
        <p:spPr>
          <a:xfrm>
            <a:off x="968464" y="5048248"/>
            <a:ext cx="1005215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与重写普通方法相比，重写构造函数时，必须调用父类的构造函数，否则可能无法正确的初始化对象。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807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4810" y="2049039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重写构造函数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826090" y="2379382"/>
            <a:ext cx="5067259" cy="40266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03780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4810" y="2049039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重写构造函数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422241" y="3163052"/>
            <a:ext cx="7825067" cy="258242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51316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4810" y="2049039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重写构造函数</a:t>
            </a:r>
          </a:p>
        </p:txBody>
      </p:sp>
      <p:sp>
        <p:nvSpPr>
          <p:cNvPr id="6" name="矩形 5"/>
          <p:cNvSpPr/>
          <p:nvPr/>
        </p:nvSpPr>
        <p:spPr>
          <a:xfrm>
            <a:off x="1715225" y="2901443"/>
            <a:ext cx="72763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调用未关联的超类构造函数</a:t>
            </a:r>
          </a:p>
        </p:txBody>
      </p:sp>
      <p:sp>
        <p:nvSpPr>
          <p:cNvPr id="7" name="矩形 6"/>
          <p:cNvSpPr/>
          <p:nvPr/>
        </p:nvSpPr>
        <p:spPr>
          <a:xfrm>
            <a:off x="1715225" y="3690885"/>
            <a:ext cx="72763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使用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super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函数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700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4810" y="2049039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重写构造函数</a:t>
            </a:r>
          </a:p>
        </p:txBody>
      </p:sp>
      <p:sp>
        <p:nvSpPr>
          <p:cNvPr id="6" name="矩形 5"/>
          <p:cNvSpPr/>
          <p:nvPr/>
        </p:nvSpPr>
        <p:spPr>
          <a:xfrm>
            <a:off x="3771818" y="2572259"/>
            <a:ext cx="72763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调用未关联的超类构造函数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441200" y="3424663"/>
            <a:ext cx="4661237" cy="218025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225040" y="4069080"/>
            <a:ext cx="3642360" cy="4724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651240" y="3424663"/>
            <a:ext cx="4904276" cy="19855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3019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4810" y="2049039"/>
            <a:ext cx="95794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重写构造函数</a:t>
            </a:r>
          </a:p>
        </p:txBody>
      </p:sp>
      <p:sp>
        <p:nvSpPr>
          <p:cNvPr id="7" name="矩形 6"/>
          <p:cNvSpPr/>
          <p:nvPr/>
        </p:nvSpPr>
        <p:spPr>
          <a:xfrm>
            <a:off x="4031705" y="2310649"/>
            <a:ext cx="72763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使用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super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函数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204810" y="3095479"/>
            <a:ext cx="5073414" cy="2536707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225040" y="4069080"/>
            <a:ext cx="3642360" cy="4724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857150" y="3257681"/>
            <a:ext cx="3634879" cy="1969639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059904" y="5794388"/>
            <a:ext cx="1000433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使用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super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函数更直观，即便有多个父类，只需调用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super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函数一次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2827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82686" y="1994977"/>
            <a:ext cx="5333511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5.1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多态、封装与继承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5.2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类与对象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5.3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5.4 </a:t>
            </a:r>
            <a:r>
              <a:rPr lang="zh-CN" altLang="en-US" sz="40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r>
              <a:rPr lang="en-US" altLang="zh-CN" sz="40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property</a:t>
            </a:r>
          </a:p>
          <a:p>
            <a:pPr>
              <a:lnSpc>
                <a:spcPct val="130000"/>
              </a:lnSpc>
            </a:pP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8578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9334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property</a:t>
            </a:r>
          </a:p>
        </p:txBody>
      </p:sp>
      <p:sp>
        <p:nvSpPr>
          <p:cNvPr id="10" name="矩形 9"/>
          <p:cNvSpPr/>
          <p:nvPr/>
        </p:nvSpPr>
        <p:spPr>
          <a:xfrm>
            <a:off x="1378649" y="2379382"/>
            <a:ext cx="922839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对新式类，将类的方法变成属性来访问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可以使用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property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函数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property([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fget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[, 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fset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[, 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fdel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[, doc]]]])</a:t>
            </a:r>
          </a:p>
          <a:p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也可以将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property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函数当作装饰器使用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@property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1363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9334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property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661160" y="2902602"/>
            <a:ext cx="4206240" cy="358691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943857" y="3493396"/>
            <a:ext cx="3917234" cy="171158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477061" y="2211904"/>
            <a:ext cx="92283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property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函数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8410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9334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property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555663" y="2425346"/>
            <a:ext cx="8579158" cy="141877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715449" y="4225041"/>
            <a:ext cx="3606301" cy="173379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936682" y="4490060"/>
            <a:ext cx="3147386" cy="14687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60376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9334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property</a:t>
            </a:r>
          </a:p>
        </p:txBody>
      </p:sp>
      <p:sp>
        <p:nvSpPr>
          <p:cNvPr id="8" name="矩形 7"/>
          <p:cNvSpPr/>
          <p:nvPr/>
        </p:nvSpPr>
        <p:spPr>
          <a:xfrm>
            <a:off x="1477061" y="2211904"/>
            <a:ext cx="92283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@property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596640" y="2211904"/>
            <a:ext cx="3733799" cy="44936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401416" y="2588869"/>
            <a:ext cx="2773438" cy="28554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47799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796" y="1265368"/>
            <a:ext cx="2249334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property</a:t>
            </a:r>
          </a:p>
        </p:txBody>
      </p:sp>
      <p:sp>
        <p:nvSpPr>
          <p:cNvPr id="8" name="矩形 7"/>
          <p:cNvSpPr/>
          <p:nvPr/>
        </p:nvSpPr>
        <p:spPr>
          <a:xfrm>
            <a:off x="1477061" y="2211904"/>
            <a:ext cx="92283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@property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77061" y="3092645"/>
            <a:ext cx="990331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看到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@property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，在对实例属性操作的时候，就知道该属性很可能不是直接暴露的，而是通过getter和setter方法来实现的。</a:t>
            </a:r>
          </a:p>
          <a:p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只定义getter方法，不定义setter方法就是一个只读属性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214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+mj-lt"/>
                <a:ea typeface="+mj-ea"/>
              </a:rPr>
              <a:t>谢谢</a:t>
            </a:r>
            <a:br>
              <a:rPr lang="zh-CN" altLang="en-US">
                <a:solidFill>
                  <a:srgbClr val="FFFFFF"/>
                </a:solidFill>
                <a:latin typeface="+mj-lt"/>
                <a:ea typeface="+mj-ea"/>
              </a:rPr>
            </a:br>
            <a:r>
              <a:rPr lang="zh-CN" altLang="en-US">
                <a:solidFill>
                  <a:srgbClr val="FFFFFF"/>
                </a:solidFill>
                <a:latin typeface="+mj-lt"/>
                <a:ea typeface="+mj-ea"/>
              </a:rPr>
              <a:t>大家</a:t>
            </a: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092127"/>
  <p:tag name="MH_LIBRARY" val="GRAPHIC"/>
  <p:tag name="MH_ORDER" val="Freeform 3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092127"/>
  <p:tag name="MH_LIBRARY" val="GRAPHIC"/>
  <p:tag name="MH_ORDER" val="Freeform 3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092127"/>
  <p:tag name="MH_LIBRARY" val="GRAPHIC"/>
  <p:tag name="MH_ORDER" val="Freeform 3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092127"/>
  <p:tag name="MH_LIBRARY" val="GRAPHIC"/>
  <p:tag name="MH_ORDER" val="Freeform 3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23180313"/>
  <p:tag name="MH_LIBRARY" val="CONTENTS"/>
  <p:tag name="MH_TYPE" val="OTHERS"/>
  <p:tag name="ID" val="54712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23180313"/>
  <p:tag name="MH_LIBRARY" val="CONTENTS"/>
  <p:tag name="MH_TYPE" val="NUMBER"/>
  <p:tag name="ID" val="547126"/>
  <p:tag name="MH_ORDER" val="NUMB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092127"/>
  <p:tag name="MH_LIBRARY" val="GRAPHIC"/>
  <p:tag name="MH_ORDER" val="Freeform 3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092127"/>
  <p:tag name="MH_LIBRARY" val="GRAPHIC"/>
  <p:tag name="MH_ORDER" val="Freeform 3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092127"/>
  <p:tag name="MH_LIBRARY" val="GRAPHIC"/>
  <p:tag name="MH_ORDER" val="Freeform 3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092127"/>
  <p:tag name="MH_LIBRARY" val="GRAPHIC"/>
  <p:tag name="MH_ORDER" val="Freeform 3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092127"/>
  <p:tag name="MH_LIBRARY" val="GRAPHIC"/>
  <p:tag name="KSO_WM_TEMPLATE_CATEGORY" val="custom"/>
  <p:tag name="KSO_WM_TEMPLATE_INDEX" val="160107"/>
  <p:tag name="KSO_WM_TAG_VERSION" val="1.0"/>
  <p:tag name="KSO_WM_SLIDE_ID" val="custom160107_29"/>
  <p:tag name="KSO_WM_SLIDE_INDEX" val="29"/>
  <p:tag name="KSO_WM_SLIDE_ITEM_CNT" val="2"/>
  <p:tag name="KSO_WM_SLIDE_LAYOUT" val="a_b"/>
  <p:tag name="KSO_WM_SLIDE_LAYOUT_CNT" val="1_1"/>
  <p:tag name="KSO_WM_SLIDE_TYPE" val="endPage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KSO_WM_UNIT_TYPE" val="a"/>
  <p:tag name="KSO_WM_UNIT_INDEX" val="1"/>
  <p:tag name="KSO_WM_UNIT_ID" val="custom160107_30*a*1"/>
  <p:tag name="KSO_WM_UNIT_CLEAR" val="1"/>
  <p:tag name="KSO_WM_UNIT_LAYERLEVEL" val="1"/>
  <p:tag name="KSO_WM_UNIT_VALUE" val="4"/>
  <p:tag name="KSO_WM_UNIT_ISCONTENTSTITLE" val="0"/>
  <p:tag name="KSO_WM_UNIT_HIGHLIGHT" val="0"/>
  <p:tag name="KSO_WM_UNIT_COMPATIBLE" val="0"/>
  <p:tag name="KSO_WM_UNIT_PRESET_TEXT" val="谢谢_x000B_大家"/>
</p:tagLst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theme/theme1.xml><?xml version="1.0" encoding="utf-8"?>
<a:theme xmlns:a="http://schemas.openxmlformats.org/drawingml/2006/main" name="通用_蓝">
  <a:themeElements>
    <a:clrScheme name="通用_蓝 13">
      <a:dk1>
        <a:srgbClr val="000000"/>
      </a:dk1>
      <a:lt1>
        <a:srgbClr val="FFFFFF"/>
      </a:lt1>
      <a:dk2>
        <a:srgbClr val="FFFFFF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通用_蓝">
      <a:majorFont>
        <a:latin typeface="Arial"/>
        <a:ea typeface="隶书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通用_蓝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_蓝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_蓝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_蓝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_蓝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_蓝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13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通用_蓝">
  <a:themeElements>
    <a:clrScheme name="1_通用_蓝 13">
      <a:dk1>
        <a:srgbClr val="000000"/>
      </a:dk1>
      <a:lt1>
        <a:srgbClr val="FFFFFF"/>
      </a:lt1>
      <a:dk2>
        <a:srgbClr val="FFFFFF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通用_蓝">
      <a:majorFont>
        <a:latin typeface="Arial"/>
        <a:ea typeface="隶书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通用_蓝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通用_蓝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通用_蓝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通用_蓝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通用_蓝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通用_蓝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13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跋涉">
  <a:themeElements>
    <a:clrScheme name="跋涉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跋涉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跋涉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蓝白</Template>
  <TotalTime>13466</TotalTime>
  <Words>1361</Words>
  <Application>Microsoft Office PowerPoint</Application>
  <PresentationFormat>宽屏</PresentationFormat>
  <Paragraphs>241</Paragraphs>
  <Slides>44</Slides>
  <Notes>44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44</vt:i4>
      </vt:variant>
      <vt:variant>
        <vt:lpstr>自定义放映</vt:lpstr>
      </vt:variant>
      <vt:variant>
        <vt:i4>1</vt:i4>
      </vt:variant>
    </vt:vector>
  </HeadingPairs>
  <TitlesOfParts>
    <vt:vector size="54" baseType="lpstr">
      <vt:lpstr>宋体</vt:lpstr>
      <vt:lpstr>Arial</vt:lpstr>
      <vt:lpstr>Calibri</vt:lpstr>
      <vt:lpstr>Franklin Gothic Book</vt:lpstr>
      <vt:lpstr>Franklin Gothic Medium</vt:lpstr>
      <vt:lpstr>Wingdings 2</vt:lpstr>
      <vt:lpstr>通用_蓝</vt:lpstr>
      <vt:lpstr>1_通用_蓝</vt:lpstr>
      <vt:lpstr>跋涉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 大家</vt:lpstr>
      <vt:lpstr>自定义放映 1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Mengqi Xue</cp:lastModifiedBy>
  <cp:revision>625</cp:revision>
  <dcterms:created xsi:type="dcterms:W3CDTF">2015-09-21T02:28:00Z</dcterms:created>
  <dcterms:modified xsi:type="dcterms:W3CDTF">2025-12-29T12:23:04Z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2052-10.1.0.5420</vt:lpwstr>
  </property>
</Properties>
</file>