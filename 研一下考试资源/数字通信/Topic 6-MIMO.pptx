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wmf" ContentType="image/x-wmf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  <p:sldMasterId id="2147483650" r:id="rId2"/>
  </p:sldMasterIdLst>
  <p:notesMasterIdLst>
    <p:notesMasterId r:id="rId52"/>
  </p:notesMasterIdLst>
  <p:sldIdLst>
    <p:sldId id="400" r:id="rId3"/>
    <p:sldId id="403" r:id="rId4"/>
    <p:sldId id="404" r:id="rId5"/>
    <p:sldId id="405" r:id="rId6"/>
    <p:sldId id="406" r:id="rId7"/>
    <p:sldId id="407" r:id="rId8"/>
    <p:sldId id="408" r:id="rId9"/>
    <p:sldId id="409" r:id="rId10"/>
    <p:sldId id="410" r:id="rId11"/>
    <p:sldId id="411" r:id="rId12"/>
    <p:sldId id="412" r:id="rId13"/>
    <p:sldId id="413" r:id="rId14"/>
    <p:sldId id="414" r:id="rId15"/>
    <p:sldId id="437" r:id="rId16"/>
    <p:sldId id="439" r:id="rId17"/>
    <p:sldId id="441" r:id="rId18"/>
    <p:sldId id="416" r:id="rId19"/>
    <p:sldId id="481" r:id="rId20"/>
    <p:sldId id="482" r:id="rId21"/>
    <p:sldId id="435" r:id="rId22"/>
    <p:sldId id="436" r:id="rId23"/>
    <p:sldId id="483" r:id="rId24"/>
    <p:sldId id="419" r:id="rId25"/>
    <p:sldId id="420" r:id="rId26"/>
    <p:sldId id="421" r:id="rId27"/>
    <p:sldId id="494" r:id="rId28"/>
    <p:sldId id="422" r:id="rId29"/>
    <p:sldId id="492" r:id="rId30"/>
    <p:sldId id="423" r:id="rId31"/>
    <p:sldId id="495" r:id="rId32"/>
    <p:sldId id="424" r:id="rId33"/>
    <p:sldId id="425" r:id="rId34"/>
    <p:sldId id="426" r:id="rId35"/>
    <p:sldId id="427" r:id="rId36"/>
    <p:sldId id="484" r:id="rId37"/>
    <p:sldId id="396" r:id="rId38"/>
    <p:sldId id="493" r:id="rId39"/>
    <p:sldId id="428" r:id="rId40"/>
    <p:sldId id="496" r:id="rId41"/>
    <p:sldId id="429" r:id="rId42"/>
    <p:sldId id="485" r:id="rId43"/>
    <p:sldId id="486" r:id="rId44"/>
    <p:sldId id="487" r:id="rId45"/>
    <p:sldId id="488" r:id="rId46"/>
    <p:sldId id="490" r:id="rId47"/>
    <p:sldId id="491" r:id="rId48"/>
    <p:sldId id="399" r:id="rId49"/>
    <p:sldId id="431" r:id="rId50"/>
    <p:sldId id="489" r:id="rId51"/>
  </p:sldIdLst>
  <p:sldSz cx="9144000" cy="6858000" type="screen4x3"/>
  <p:notesSz cx="7315200" cy="96012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buFont typeface="Arial" pitchFamily="34" charset="0"/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buFont typeface="Arial" pitchFamily="34" charset="0"/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buFont typeface="Arial" pitchFamily="34" charset="0"/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buFont typeface="Arial" pitchFamily="34" charset="0"/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buFont typeface="Arial" pitchFamily="34" charset="0"/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56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9900"/>
    <a:srgbClr val="0000CC"/>
    <a:srgbClr val="33CC33"/>
    <a:srgbClr val="CC0099"/>
    <a:srgbClr val="990099"/>
    <a:srgbClr val="000066"/>
    <a:srgbClr val="000000"/>
    <a:srgbClr val="CC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9" d="100"/>
          <a:sy n="99" d="100"/>
        </p:scale>
        <p:origin x="555" y="240"/>
      </p:cViewPr>
      <p:guideLst>
        <p:guide orient="horz" pos="2160"/>
        <p:guide pos="2856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198" cy="7619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slide" Target="slides/slide48.xml"/><Relationship Id="rId55" Type="http://schemas.openxmlformats.org/officeDocument/2006/relationships/theme" Target="theme/theme1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presProps" Target="presProps.xml"/><Relationship Id="rId5" Type="http://schemas.openxmlformats.org/officeDocument/2006/relationships/slide" Target="slides/slide3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tableStyles" Target="tableStyles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w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17.wmf"/><Relationship Id="rId1" Type="http://schemas.openxmlformats.org/officeDocument/2006/relationships/image" Target="../media/image16.w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29.wmf"/><Relationship Id="rId7" Type="http://schemas.openxmlformats.org/officeDocument/2006/relationships/image" Target="../media/image33.wmf"/><Relationship Id="rId2" Type="http://schemas.openxmlformats.org/officeDocument/2006/relationships/image" Target="../media/image28.wmf"/><Relationship Id="rId1" Type="http://schemas.openxmlformats.org/officeDocument/2006/relationships/image" Target="../media/image27.wmf"/><Relationship Id="rId6" Type="http://schemas.openxmlformats.org/officeDocument/2006/relationships/image" Target="../media/image32.wmf"/><Relationship Id="rId5" Type="http://schemas.openxmlformats.org/officeDocument/2006/relationships/image" Target="../media/image31.wmf"/><Relationship Id="rId4" Type="http://schemas.openxmlformats.org/officeDocument/2006/relationships/image" Target="../media/image30.wmf"/></Relationships>
</file>

<file path=ppt/drawings/_rels/vmlDrawing4.vml.rels><?xml version="1.0" encoding="UTF-8" standalone="yes"?>
<Relationships xmlns="http://schemas.openxmlformats.org/package/2006/relationships"><Relationship Id="rId2" Type="http://schemas.openxmlformats.org/officeDocument/2006/relationships/image" Target="../media/image35.wmf"/><Relationship Id="rId1" Type="http://schemas.openxmlformats.org/officeDocument/2006/relationships/image" Target="../media/image34.wmf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45.wmf"/><Relationship Id="rId2" Type="http://schemas.openxmlformats.org/officeDocument/2006/relationships/image" Target="../media/image44.wmf"/><Relationship Id="rId1" Type="http://schemas.openxmlformats.org/officeDocument/2006/relationships/image" Target="../media/image43.wmf"/><Relationship Id="rId5" Type="http://schemas.openxmlformats.org/officeDocument/2006/relationships/image" Target="../media/image47.wmf"/><Relationship Id="rId4" Type="http://schemas.openxmlformats.org/officeDocument/2006/relationships/image" Target="../media/image46.w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48.w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52.wmf"/></Relationships>
</file>

<file path=ppt/drawings/_rels/vmlDrawing8.vml.rels><?xml version="1.0" encoding="UTF-8" standalone="yes"?>
<Relationships xmlns="http://schemas.openxmlformats.org/package/2006/relationships"><Relationship Id="rId2" Type="http://schemas.openxmlformats.org/officeDocument/2006/relationships/image" Target="../media/image60.wmf"/><Relationship Id="rId1" Type="http://schemas.openxmlformats.org/officeDocument/2006/relationships/image" Target="../media/image59.wmf"/></Relationships>
</file>

<file path=ppt/drawings/_rels/vmlDrawing9.vml.rels><?xml version="1.0" encoding="UTF-8" standalone="yes"?>
<Relationships xmlns="http://schemas.openxmlformats.org/package/2006/relationships"><Relationship Id="rId8" Type="http://schemas.openxmlformats.org/officeDocument/2006/relationships/image" Target="../media/image71.wmf"/><Relationship Id="rId13" Type="http://schemas.openxmlformats.org/officeDocument/2006/relationships/image" Target="../media/image76.wmf"/><Relationship Id="rId3" Type="http://schemas.openxmlformats.org/officeDocument/2006/relationships/image" Target="../media/image66.wmf"/><Relationship Id="rId7" Type="http://schemas.openxmlformats.org/officeDocument/2006/relationships/image" Target="../media/image70.wmf"/><Relationship Id="rId12" Type="http://schemas.openxmlformats.org/officeDocument/2006/relationships/image" Target="../media/image75.wmf"/><Relationship Id="rId2" Type="http://schemas.openxmlformats.org/officeDocument/2006/relationships/image" Target="../media/image65.wmf"/><Relationship Id="rId1" Type="http://schemas.openxmlformats.org/officeDocument/2006/relationships/image" Target="../media/image64.wmf"/><Relationship Id="rId6" Type="http://schemas.openxmlformats.org/officeDocument/2006/relationships/image" Target="../media/image69.wmf"/><Relationship Id="rId11" Type="http://schemas.openxmlformats.org/officeDocument/2006/relationships/image" Target="../media/image74.wmf"/><Relationship Id="rId5" Type="http://schemas.openxmlformats.org/officeDocument/2006/relationships/image" Target="../media/image68.wmf"/><Relationship Id="rId10" Type="http://schemas.openxmlformats.org/officeDocument/2006/relationships/image" Target="../media/image73.wmf"/><Relationship Id="rId4" Type="http://schemas.openxmlformats.org/officeDocument/2006/relationships/image" Target="../media/image67.wmf"/><Relationship Id="rId9" Type="http://schemas.openxmlformats.org/officeDocument/2006/relationships/image" Target="../media/image72.w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77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68650" cy="479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3015" tIns="46507" rIns="93015" bIns="46507" numCol="1" anchor="t" anchorCtr="0" compatLnSpc="1">
            <a:prstTxWarp prst="textNoShape">
              <a:avLst/>
            </a:prstTxWarp>
          </a:bodyPr>
          <a:lstStyle>
            <a:lvl1pPr defTabSz="930275">
              <a:defRPr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144963" y="0"/>
            <a:ext cx="3170237" cy="479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3015" tIns="46507" rIns="93015" bIns="46507" numCol="1" anchor="t" anchorCtr="0" compatLnSpc="1">
            <a:prstTxWarp prst="textNoShape">
              <a:avLst/>
            </a:prstTxWarp>
          </a:bodyPr>
          <a:lstStyle>
            <a:lvl1pPr algn="r" defTabSz="930275">
              <a:defRPr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9940" name="Rectangle 4"/>
          <p:cNvSpPr>
            <a:spLocks noGrp="1" noRot="1" noChangeAspect="1" noChangeArrowheads="1"/>
          </p:cNvSpPr>
          <p:nvPr>
            <p:ph type="sldImg" idx="2"/>
          </p:nvPr>
        </p:nvSpPr>
        <p:spPr bwMode="auto">
          <a:xfrm>
            <a:off x="1231900" y="719138"/>
            <a:ext cx="4851400" cy="3600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74725" y="4559300"/>
            <a:ext cx="5364163" cy="4321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3015" tIns="46507" rIns="93015" bIns="46507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 noProof="0" smtClean="0"/>
              <a:t>Click to edit Master text styles</a:t>
            </a:r>
          </a:p>
          <a:p>
            <a:pPr lvl="1"/>
            <a:r>
              <a:rPr lang="en-US" altLang="zh-CN" noProof="0" smtClean="0"/>
              <a:t>Second level</a:t>
            </a:r>
          </a:p>
          <a:p>
            <a:pPr lvl="2"/>
            <a:r>
              <a:rPr lang="en-US" altLang="zh-CN" noProof="0" smtClean="0"/>
              <a:t>Third level</a:t>
            </a:r>
          </a:p>
          <a:p>
            <a:pPr lvl="3"/>
            <a:r>
              <a:rPr lang="en-US" altLang="zh-CN" noProof="0" smtClean="0"/>
              <a:t>Fourth level</a:t>
            </a:r>
          </a:p>
          <a:p>
            <a:pPr lvl="4"/>
            <a:r>
              <a:rPr lang="en-US" altLang="zh-CN" noProof="0" smtClean="0"/>
              <a:t>Fifth level</a:t>
            </a: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121775"/>
            <a:ext cx="3168650" cy="479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3015" tIns="46507" rIns="93015" bIns="46507" numCol="1" anchor="b" anchorCtr="0" compatLnSpc="1">
            <a:prstTxWarp prst="textNoShape">
              <a:avLst/>
            </a:prstTxWarp>
          </a:bodyPr>
          <a:lstStyle>
            <a:lvl1pPr defTabSz="930275">
              <a:defRPr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44963" y="9121775"/>
            <a:ext cx="3170237" cy="479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3015" tIns="46507" rIns="93015" bIns="46507" numCol="1" anchor="b" anchorCtr="0" compatLnSpc="1">
            <a:prstTxWarp prst="textNoShape">
              <a:avLst/>
            </a:prstTxWarp>
          </a:bodyPr>
          <a:lstStyle>
            <a:lvl1pPr algn="r" defTabSz="930275">
              <a:defRPr sz="1200"/>
            </a:lvl1pPr>
          </a:lstStyle>
          <a:p>
            <a:pPr>
              <a:defRPr/>
            </a:pPr>
            <a:fld id="{50CBDA7F-F5A1-4784-84CB-BDBAB755D105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1930620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Rectangle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E60D7FD-9FF4-42A5-B555-02CB390C0733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80775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0D78C19-25B1-42F2-9CFA-9ED4FC6A65A6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698839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EF2349C-555F-45F9-A5B0-DF263136609C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140151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981200"/>
            <a:ext cx="38481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10100" y="1981200"/>
            <a:ext cx="38481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7D42C0A-F06B-4BA1-9712-F35570BDB6DB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196518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Rectangle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8" name="Rectangle 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Rectangle 4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0290FC7-578B-4546-A89A-CFFE117DFF6A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27133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Rectangle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5D8593F-B9E5-4D05-8EB3-F5CE33966161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086211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Rectangle 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B775EE9-9DB1-434E-872D-309D7892C6A8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446248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A1D7C71-8E7B-4E59-96D9-FD6D8352E14B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879107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9B18DCF-088B-43F2-BA83-450E65631180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224446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EB1D6F5-791F-407B-B448-D8FFF358113B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725874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496050" y="228600"/>
            <a:ext cx="1962150" cy="5867400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28600"/>
            <a:ext cx="5734050" cy="5867400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9C903D7-F2B3-44BB-8F6F-A740A814CEB4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522681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28600"/>
            <a:ext cx="7848600" cy="1143000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09600" y="1981200"/>
            <a:ext cx="3848100" cy="41148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10100" y="1981200"/>
            <a:ext cx="3848100" cy="41148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550FF88-0053-4038-90DD-FF7003546214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2940806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Rectangle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57A7B90-D36D-46E8-848A-4FEDEA3888F5}" type="datetimeFigureOut">
              <a:rPr lang="zh-CN" altLang="en-US"/>
              <a:pPr>
                <a:defRPr/>
              </a:pPr>
              <a:t>2022/4/24</a:t>
            </a:fld>
            <a:endParaRPr lang="en-US" altLang="zh-CN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AFC67C4-6B4B-467B-B4B7-D85A2FC9F958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8625965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EF4E915-E4ED-4C45-A468-C8E115F8D2B2}" type="datetimeFigureOut">
              <a:rPr lang="zh-CN" altLang="en-US"/>
              <a:pPr>
                <a:defRPr/>
              </a:pPr>
              <a:t>2022/4/24</a:t>
            </a:fld>
            <a:endParaRPr lang="en-US" altLang="zh-CN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688EAD8-EC4F-4C27-8181-F228AEE05981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309843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82F3986-F0B3-4C59-8916-DDA349555B7E}" type="datetimeFigureOut">
              <a:rPr lang="zh-CN" altLang="en-US"/>
              <a:pPr>
                <a:defRPr/>
              </a:pPr>
              <a:t>2022/4/24</a:t>
            </a:fld>
            <a:endParaRPr lang="en-US" altLang="zh-CN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572E1C9-7C6D-4143-9C90-8B28A2E3F667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3147320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981200"/>
            <a:ext cx="38481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10100" y="1981200"/>
            <a:ext cx="38481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FE20E99-F8B0-43F8-B5FF-C846B9D6B6D8}" type="datetimeFigureOut">
              <a:rPr lang="zh-CN" altLang="en-US"/>
              <a:pPr>
                <a:defRPr/>
              </a:pPr>
              <a:t>2022/4/24</a:t>
            </a:fld>
            <a:endParaRPr lang="en-US" altLang="zh-CN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331AAC6-0192-4BDC-9C5A-CBA7E9BCBA14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0724893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Rectangle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10C0E00-81C2-4557-8444-FC1B0AF54F84}" type="datetimeFigureOut">
              <a:rPr lang="zh-CN" altLang="en-US"/>
              <a:pPr>
                <a:defRPr/>
              </a:pPr>
              <a:t>2022/4/24</a:t>
            </a:fld>
            <a:endParaRPr lang="en-US" altLang="zh-CN"/>
          </a:p>
        </p:txBody>
      </p:sp>
      <p:sp>
        <p:nvSpPr>
          <p:cNvPr id="8" name="Rectangle 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4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B3479B6-128B-4ACB-9F37-868FBEE9BDD2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3029729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Rectangle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0DE8875-5C08-417E-BBA9-E2CC816492F3}" type="datetimeFigureOut">
              <a:rPr lang="zh-CN" altLang="en-US"/>
              <a:pPr>
                <a:defRPr/>
              </a:pPr>
              <a:t>2022/4/24</a:t>
            </a:fld>
            <a:endParaRPr lang="en-US" altLang="zh-CN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7D2E59B-68AA-46AD-898A-87058E192348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8482705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EB0233E-35DA-48F2-AD17-B94F647CDC86}" type="datetimeFigureOut">
              <a:rPr lang="zh-CN" altLang="en-US"/>
              <a:pPr>
                <a:defRPr/>
              </a:pPr>
              <a:t>2022/4/24</a:t>
            </a:fld>
            <a:endParaRPr lang="en-US" altLang="zh-CN"/>
          </a:p>
        </p:txBody>
      </p:sp>
      <p:sp>
        <p:nvSpPr>
          <p:cNvPr id="3" name="Rectangle 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973E9E9-0D3F-42FF-9420-8BE3F76B384E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901730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1EB4483-D467-479B-9235-6D9707DBABC4}" type="datetimeFigureOut">
              <a:rPr lang="zh-CN" altLang="en-US"/>
              <a:pPr>
                <a:defRPr/>
              </a:pPr>
              <a:t>2022/4/24</a:t>
            </a:fld>
            <a:endParaRPr lang="en-US" altLang="zh-CN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FD4759F-C641-4D9A-A349-84F4C1E2FAC6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8184966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9CB2594-FF15-4ED6-8689-57CB9F5B408E}" type="datetimeFigureOut">
              <a:rPr lang="zh-CN" altLang="en-US"/>
              <a:pPr>
                <a:defRPr/>
              </a:pPr>
              <a:t>2022/4/24</a:t>
            </a:fld>
            <a:endParaRPr lang="en-US" altLang="zh-CN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A0F2A8A-310C-4C67-B196-86C78D8DA3CB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3888042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B339986-75F3-4E0B-80BA-6A63FD291F6F}" type="datetimeFigureOut">
              <a:rPr lang="zh-CN" altLang="en-US"/>
              <a:pPr>
                <a:defRPr/>
              </a:pPr>
              <a:t>2022/4/24</a:t>
            </a:fld>
            <a:endParaRPr lang="en-US" altLang="zh-CN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502359A-9D08-47A5-8661-F91C8EBD25D1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1656811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496050" y="228600"/>
            <a:ext cx="1962150" cy="5867400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28600"/>
            <a:ext cx="5734050" cy="5867400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7C76D1B-B370-4178-851B-793E32F2C05B}" type="datetimeFigureOut">
              <a:rPr lang="zh-CN" altLang="en-US"/>
              <a:pPr>
                <a:defRPr/>
              </a:pPr>
              <a:t>2022/4/24</a:t>
            </a:fld>
            <a:endParaRPr lang="en-US" altLang="zh-CN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88FC3C4-19DC-46A6-96E1-2DF35409784D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143855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92075" tIns="46038" rIns="92075" bIns="46038" numCol="1" anchor="ctr" anchorCtr="0" compatLnSpc="1">
            <a:prstTxWarp prst="textNoShape">
              <a:avLst/>
            </a:prstTxWarp>
          </a:bodyPr>
          <a:lstStyle>
            <a:lvl1pPr>
              <a:defRPr sz="1400">
                <a:ea typeface="宋体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92075" tIns="46038" rIns="92075" bIns="46038" numCol="1" anchor="ctr" anchorCtr="0" compatLnSpc="1">
            <a:prstTxWarp prst="textNoShape">
              <a:avLst/>
            </a:prstTxWarp>
          </a:bodyPr>
          <a:lstStyle>
            <a:lvl1pPr algn="ctr">
              <a:defRPr sz="1400">
                <a:ea typeface="宋体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92075" tIns="46038" rIns="92075" bIns="46038" numCol="1" anchor="ctr" anchorCtr="0" compatLnSpc="1">
            <a:prstTxWarp prst="textNoShape">
              <a:avLst/>
            </a:prstTxWarp>
          </a:bodyPr>
          <a:lstStyle>
            <a:lvl1pPr algn="r">
              <a:defRPr sz="1400">
                <a:ea typeface="宋体" pitchFamily="2" charset="-122"/>
              </a:defRPr>
            </a:lvl1pPr>
          </a:lstStyle>
          <a:p>
            <a:pPr>
              <a:defRPr/>
            </a:pPr>
            <a:fld id="{4201918C-C498-44FD-85FE-7613DF574F30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1029" name="Rectangle 5"/>
          <p:cNvSpPr>
            <a:spLocks noChangeArrowheads="1"/>
          </p:cNvSpPr>
          <p:nvPr/>
        </p:nvSpPr>
        <p:spPr bwMode="auto">
          <a:xfrm>
            <a:off x="0" y="1428750"/>
            <a:ext cx="9132888" cy="74613"/>
          </a:xfrm>
          <a:prstGeom prst="rect">
            <a:avLst/>
          </a:prstGeom>
          <a:gradFill rotWithShape="0">
            <a:gsLst>
              <a:gs pos="0">
                <a:srgbClr val="0000CC"/>
              </a:gs>
              <a:gs pos="50000">
                <a:srgbClr val="000052"/>
              </a:gs>
              <a:gs pos="100000">
                <a:srgbClr val="0000CC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endParaRPr lang="zh-CN" altLang="en-US" smtClean="0">
              <a:ea typeface="宋体" pitchFamily="2" charset="-122"/>
            </a:endParaRPr>
          </a:p>
        </p:txBody>
      </p:sp>
      <p:sp>
        <p:nvSpPr>
          <p:cNvPr id="1030" name="Rectangle 6"/>
          <p:cNvSpPr>
            <a:spLocks noChangeArrowheads="1"/>
          </p:cNvSpPr>
          <p:nvPr/>
        </p:nvSpPr>
        <p:spPr bwMode="auto">
          <a:xfrm>
            <a:off x="6350" y="1549400"/>
            <a:ext cx="9120188" cy="25400"/>
          </a:xfrm>
          <a:prstGeom prst="rect">
            <a:avLst/>
          </a:prstGeom>
          <a:gradFill rotWithShape="0">
            <a:gsLst>
              <a:gs pos="0">
                <a:srgbClr val="CC0000"/>
              </a:gs>
              <a:gs pos="100000">
                <a:srgbClr val="A30000"/>
              </a:gs>
            </a:gsLst>
            <a:lin ang="0" scaled="1"/>
          </a:gradFill>
          <a:ln w="12700" cmpd="sng">
            <a:solidFill>
              <a:srgbClr val="CC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endParaRPr lang="zh-CN" altLang="en-US" smtClean="0">
              <a:ea typeface="宋体" pitchFamily="2" charset="-122"/>
            </a:endParaRPr>
          </a:p>
        </p:txBody>
      </p:sp>
      <p:sp>
        <p:nvSpPr>
          <p:cNvPr id="1031" name="Rectangle 7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228600"/>
            <a:ext cx="7848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2075" tIns="46038" rIns="92075" bIns="46038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 smtClean="0"/>
              <a:t>Techni</a:t>
            </a:r>
            <a:br>
              <a:rPr lang="en-US" altLang="zh-CN" smtClean="0"/>
            </a:br>
            <a:r>
              <a:rPr lang="en-US" altLang="zh-CN" smtClean="0"/>
              <a:t/>
            </a:r>
            <a:br>
              <a:rPr lang="en-US" altLang="zh-CN" smtClean="0"/>
            </a:br>
            <a:r>
              <a:rPr lang="en-US" altLang="zh-CN" smtClean="0"/>
              <a:t/>
            </a:r>
            <a:br>
              <a:rPr lang="en-US" altLang="zh-CN" smtClean="0"/>
            </a:br>
            <a:r>
              <a:rPr lang="en-US" altLang="zh-CN" smtClean="0"/>
              <a:t/>
            </a:r>
            <a:br>
              <a:rPr lang="en-US" altLang="zh-CN" smtClean="0"/>
            </a:br>
            <a:r>
              <a:rPr lang="en-US" altLang="zh-CN" smtClean="0"/>
              <a:t/>
            </a:r>
            <a:br>
              <a:rPr lang="en-US" altLang="zh-CN" smtClean="0"/>
            </a:br>
            <a:r>
              <a:rPr lang="en-US" altLang="zh-CN" smtClean="0"/>
              <a:t/>
            </a:r>
            <a:br>
              <a:rPr lang="en-US" altLang="zh-CN" smtClean="0"/>
            </a:br>
            <a:r>
              <a:rPr lang="en-US" altLang="zh-CN" smtClean="0"/>
              <a:t/>
            </a:r>
            <a:br>
              <a:rPr lang="en-US" altLang="zh-CN" smtClean="0"/>
            </a:br>
            <a:r>
              <a:rPr lang="en-US" altLang="zh-CN" smtClean="0"/>
              <a:t>Template</a:t>
            </a:r>
          </a:p>
        </p:txBody>
      </p:sp>
      <p:sp>
        <p:nvSpPr>
          <p:cNvPr id="1032" name="Rectangle 8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981200"/>
            <a:ext cx="78486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 smtClean="0"/>
              <a:t>Test</a:t>
            </a:r>
          </a:p>
          <a:p>
            <a:pPr lvl="1"/>
            <a:r>
              <a:rPr lang="en-US" altLang="zh-CN" smtClean="0"/>
              <a:t>Test</a:t>
            </a:r>
          </a:p>
          <a:p>
            <a:pPr lvl="1"/>
            <a:r>
              <a:rPr lang="en-US" altLang="zh-CN" smtClean="0"/>
              <a:t>Test</a:t>
            </a:r>
          </a:p>
          <a:p>
            <a:pPr lvl="2"/>
            <a:r>
              <a:rPr lang="en-US" altLang="zh-CN" smtClean="0"/>
              <a:t>Test</a:t>
            </a:r>
          </a:p>
          <a:p>
            <a:pPr lvl="0"/>
            <a:endParaRPr lang="en-US" altLang="zh-CN" smtClean="0"/>
          </a:p>
          <a:p>
            <a:pPr lvl="0"/>
            <a:endParaRPr lang="en-US" altLang="zh-CN" smtClean="0"/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800" b="1">
          <a:solidFill>
            <a:srgbClr val="0000CC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800" b="1">
          <a:solidFill>
            <a:srgbClr val="0000CC"/>
          </a:solidFill>
          <a:latin typeface="Garamond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800" b="1">
          <a:solidFill>
            <a:srgbClr val="0000CC"/>
          </a:solidFill>
          <a:latin typeface="Garamond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800" b="1">
          <a:solidFill>
            <a:srgbClr val="0000CC"/>
          </a:solidFill>
          <a:latin typeface="Garamond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800" b="1">
          <a:solidFill>
            <a:srgbClr val="0000CC"/>
          </a:solidFill>
          <a:latin typeface="Garamond" pitchFamily="18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4800" b="1">
          <a:solidFill>
            <a:srgbClr val="0000CC"/>
          </a:solidFill>
          <a:latin typeface="Garamond" pitchFamily="18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4800" b="1">
          <a:solidFill>
            <a:srgbClr val="0000CC"/>
          </a:solidFill>
          <a:latin typeface="Garamond" pitchFamily="18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4800" b="1">
          <a:solidFill>
            <a:srgbClr val="0000CC"/>
          </a:solidFill>
          <a:latin typeface="Garamond" pitchFamily="18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4800" b="1">
          <a:solidFill>
            <a:srgbClr val="0000CC"/>
          </a:solidFill>
          <a:latin typeface="Garamond" pitchFamily="18" charset="0"/>
        </a:defRPr>
      </a:lvl9pPr>
    </p:titleStyle>
    <p:bodyStyle>
      <a:lvl1pPr marL="342900" indent="-342900" algn="l" rtl="0" eaLnBrk="0" fontAlgn="base" hangingPunct="0">
        <a:lnSpc>
          <a:spcPct val="120000"/>
        </a:lnSpc>
        <a:spcBef>
          <a:spcPct val="20000"/>
        </a:spcBef>
        <a:spcAft>
          <a:spcPct val="0"/>
        </a:spcAft>
        <a:buClr>
          <a:srgbClr val="0000CC"/>
        </a:buClr>
        <a:buSzPct val="75000"/>
        <a:buFont typeface="Wingdings" pitchFamily="2" charset="2"/>
        <a:buChar char="l"/>
        <a:defRPr sz="3200" b="1">
          <a:solidFill>
            <a:srgbClr val="0000CC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lnSpc>
          <a:spcPct val="80000"/>
        </a:lnSpc>
        <a:spcBef>
          <a:spcPct val="20000"/>
        </a:spcBef>
        <a:spcAft>
          <a:spcPct val="0"/>
        </a:spcAft>
        <a:buClr>
          <a:srgbClr val="0000CC"/>
        </a:buClr>
        <a:buSzPct val="75000"/>
        <a:buFont typeface="Wingdings" pitchFamily="2" charset="2"/>
        <a:buChar char="l"/>
        <a:defRPr sz="2800" b="1">
          <a:solidFill>
            <a:srgbClr val="0000CC"/>
          </a:solidFill>
          <a:latin typeface="+mn-lt"/>
        </a:defRPr>
      </a:lvl2pPr>
      <a:lvl3pPr marL="1143000" indent="-228600" algn="l" rtl="0" eaLnBrk="0" fontAlgn="base" hangingPunct="0">
        <a:lnSpc>
          <a:spcPct val="80000"/>
        </a:lnSpc>
        <a:spcBef>
          <a:spcPct val="20000"/>
        </a:spcBef>
        <a:spcAft>
          <a:spcPct val="0"/>
        </a:spcAft>
        <a:buClr>
          <a:srgbClr val="0000CC"/>
        </a:buClr>
        <a:buSzPct val="75000"/>
        <a:buFont typeface="Wingdings" pitchFamily="2" charset="2"/>
        <a:buChar char="l"/>
        <a:defRPr sz="2400" b="1">
          <a:solidFill>
            <a:srgbClr val="0000FF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rgbClr val="0000CC"/>
        </a:buClr>
        <a:buSzPct val="75000"/>
        <a:buFont typeface="Wingdings" pitchFamily="2" charset="2"/>
        <a:buChar char="l"/>
        <a:defRPr sz="2000" b="1">
          <a:solidFill>
            <a:srgbClr val="0000CC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rgbClr val="0000CC"/>
        </a:buClr>
        <a:buSzPct val="75000"/>
        <a:buFont typeface="Wingdings" pitchFamily="2" charset="2"/>
        <a:buChar char="l"/>
        <a:defRPr sz="2000" b="1">
          <a:solidFill>
            <a:schemeClr val="tx1"/>
          </a:solidFill>
          <a:latin typeface="Arial" pitchFamily="34" charset="0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lr>
          <a:srgbClr val="0000CC"/>
        </a:buClr>
        <a:buSzPct val="75000"/>
        <a:buFont typeface="Wingdings" pitchFamily="2" charset="2"/>
        <a:buChar char="l"/>
        <a:defRPr sz="2000" b="1">
          <a:solidFill>
            <a:schemeClr val="tx1"/>
          </a:solidFill>
          <a:latin typeface="Arial" pitchFamily="34" charset="0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lr>
          <a:srgbClr val="0000CC"/>
        </a:buClr>
        <a:buSzPct val="75000"/>
        <a:buFont typeface="Wingdings" pitchFamily="2" charset="2"/>
        <a:buChar char="l"/>
        <a:defRPr sz="2000" b="1">
          <a:solidFill>
            <a:schemeClr val="tx1"/>
          </a:solidFill>
          <a:latin typeface="Arial" pitchFamily="34" charset="0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lr>
          <a:srgbClr val="0000CC"/>
        </a:buClr>
        <a:buSzPct val="75000"/>
        <a:buFont typeface="Wingdings" pitchFamily="2" charset="2"/>
        <a:buChar char="l"/>
        <a:defRPr sz="2000" b="1">
          <a:solidFill>
            <a:schemeClr val="tx1"/>
          </a:solidFill>
          <a:latin typeface="Arial" pitchFamily="34" charset="0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lr>
          <a:srgbClr val="0000CC"/>
        </a:buClr>
        <a:buSzPct val="75000"/>
        <a:buFont typeface="Wingdings" pitchFamily="2" charset="2"/>
        <a:buChar char="l"/>
        <a:defRPr sz="2000" b="1">
          <a:solidFill>
            <a:schemeClr val="tx1"/>
          </a:solidFill>
          <a:latin typeface="Arial" pitchFamily="34" charset="0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92075" tIns="46038" rIns="92075" bIns="46038" numCol="1" anchor="ctr" anchorCtr="0" compatLnSpc="1">
            <a:prstTxWarp prst="textNoShape">
              <a:avLst/>
            </a:prstTxWarp>
          </a:bodyPr>
          <a:lstStyle>
            <a:lvl1pPr>
              <a:defRPr sz="1400">
                <a:ea typeface="宋体" pitchFamily="2" charset="-122"/>
              </a:defRPr>
            </a:lvl1pPr>
          </a:lstStyle>
          <a:p>
            <a:pPr>
              <a:defRPr/>
            </a:pPr>
            <a:fld id="{76F519AD-762A-4D70-B8A0-04B5883914CD}" type="datetimeFigureOut">
              <a:rPr lang="zh-CN" altLang="en-US"/>
              <a:pPr>
                <a:defRPr/>
              </a:pPr>
              <a:t>2022/4/24</a:t>
            </a:fld>
            <a:endParaRPr lang="en-US" altLang="zh-CN"/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92075" tIns="46038" rIns="92075" bIns="46038" numCol="1" anchor="ctr" anchorCtr="0" compatLnSpc="1">
            <a:prstTxWarp prst="textNoShape">
              <a:avLst/>
            </a:prstTxWarp>
          </a:bodyPr>
          <a:lstStyle>
            <a:lvl1pPr algn="ctr">
              <a:defRPr sz="1400"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052" name="Rectangle 4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92075" tIns="46038" rIns="92075" bIns="46038" numCol="1" anchor="ctr" anchorCtr="0" compatLnSpc="1">
            <a:prstTxWarp prst="textNoShape">
              <a:avLst/>
            </a:prstTxWarp>
          </a:bodyPr>
          <a:lstStyle>
            <a:lvl1pPr algn="r">
              <a:defRPr sz="1400">
                <a:ea typeface="宋体" pitchFamily="2" charset="-122"/>
              </a:defRPr>
            </a:lvl1pPr>
          </a:lstStyle>
          <a:p>
            <a:pPr>
              <a:defRPr/>
            </a:pPr>
            <a:fld id="{859B2C9C-63D8-49D3-B3CB-7246A5E7302F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2053" name="Rectangle 5"/>
          <p:cNvSpPr>
            <a:spLocks noChangeArrowheads="1"/>
          </p:cNvSpPr>
          <p:nvPr/>
        </p:nvSpPr>
        <p:spPr bwMode="auto">
          <a:xfrm>
            <a:off x="0" y="1428750"/>
            <a:ext cx="9132888" cy="74613"/>
          </a:xfrm>
          <a:prstGeom prst="rect">
            <a:avLst/>
          </a:prstGeom>
          <a:gradFill rotWithShape="0">
            <a:gsLst>
              <a:gs pos="0">
                <a:srgbClr val="0000CC"/>
              </a:gs>
              <a:gs pos="50000">
                <a:srgbClr val="000052"/>
              </a:gs>
              <a:gs pos="100000">
                <a:srgbClr val="0000CC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endParaRPr lang="zh-CN" altLang="en-US" smtClean="0">
              <a:ea typeface="宋体" pitchFamily="2" charset="-122"/>
            </a:endParaRPr>
          </a:p>
        </p:txBody>
      </p:sp>
      <p:sp>
        <p:nvSpPr>
          <p:cNvPr id="2054" name="Rectangle 6"/>
          <p:cNvSpPr>
            <a:spLocks noChangeArrowheads="1"/>
          </p:cNvSpPr>
          <p:nvPr/>
        </p:nvSpPr>
        <p:spPr bwMode="auto">
          <a:xfrm>
            <a:off x="6350" y="1549400"/>
            <a:ext cx="9120188" cy="25400"/>
          </a:xfrm>
          <a:prstGeom prst="rect">
            <a:avLst/>
          </a:prstGeom>
          <a:gradFill rotWithShape="0">
            <a:gsLst>
              <a:gs pos="0">
                <a:srgbClr val="CC0000"/>
              </a:gs>
              <a:gs pos="100000">
                <a:srgbClr val="A30000"/>
              </a:gs>
            </a:gsLst>
            <a:lin ang="0" scaled="1"/>
          </a:gradFill>
          <a:ln w="12700" cmpd="sng">
            <a:solidFill>
              <a:srgbClr val="CC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endParaRPr lang="zh-CN" altLang="en-US" smtClean="0">
              <a:ea typeface="宋体" pitchFamily="2" charset="-122"/>
            </a:endParaRPr>
          </a:p>
        </p:txBody>
      </p:sp>
      <p:sp>
        <p:nvSpPr>
          <p:cNvPr id="2055" name="Rectangle 7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228600"/>
            <a:ext cx="7848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2075" tIns="46038" rIns="92075" bIns="46038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 smtClean="0"/>
              <a:t>Techni</a:t>
            </a:r>
            <a:br>
              <a:rPr lang="en-US" altLang="zh-CN" smtClean="0"/>
            </a:br>
            <a:r>
              <a:rPr lang="en-US" altLang="zh-CN" smtClean="0"/>
              <a:t/>
            </a:r>
            <a:br>
              <a:rPr lang="en-US" altLang="zh-CN" smtClean="0"/>
            </a:br>
            <a:r>
              <a:rPr lang="en-US" altLang="zh-CN" smtClean="0"/>
              <a:t/>
            </a:r>
            <a:br>
              <a:rPr lang="en-US" altLang="zh-CN" smtClean="0"/>
            </a:br>
            <a:r>
              <a:rPr lang="en-US" altLang="zh-CN" smtClean="0"/>
              <a:t/>
            </a:r>
            <a:br>
              <a:rPr lang="en-US" altLang="zh-CN" smtClean="0"/>
            </a:br>
            <a:r>
              <a:rPr lang="en-US" altLang="zh-CN" smtClean="0"/>
              <a:t/>
            </a:r>
            <a:br>
              <a:rPr lang="en-US" altLang="zh-CN" smtClean="0"/>
            </a:br>
            <a:r>
              <a:rPr lang="en-US" altLang="zh-CN" smtClean="0"/>
              <a:t/>
            </a:r>
            <a:br>
              <a:rPr lang="en-US" altLang="zh-CN" smtClean="0"/>
            </a:br>
            <a:r>
              <a:rPr lang="en-US" altLang="zh-CN" smtClean="0"/>
              <a:t/>
            </a:r>
            <a:br>
              <a:rPr lang="en-US" altLang="zh-CN" smtClean="0"/>
            </a:br>
            <a:r>
              <a:rPr lang="en-US" altLang="zh-CN" smtClean="0"/>
              <a:t>Template</a:t>
            </a:r>
          </a:p>
        </p:txBody>
      </p:sp>
      <p:sp>
        <p:nvSpPr>
          <p:cNvPr id="2056" name="Rectangle 8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981200"/>
            <a:ext cx="78486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 smtClean="0"/>
              <a:t>Test</a:t>
            </a:r>
          </a:p>
          <a:p>
            <a:pPr lvl="1"/>
            <a:r>
              <a:rPr lang="en-US" altLang="zh-CN" smtClean="0"/>
              <a:t>Test</a:t>
            </a:r>
          </a:p>
          <a:p>
            <a:pPr lvl="1"/>
            <a:r>
              <a:rPr lang="en-US" altLang="zh-CN" smtClean="0"/>
              <a:t>Test</a:t>
            </a:r>
          </a:p>
          <a:p>
            <a:pPr lvl="2"/>
            <a:r>
              <a:rPr lang="en-US" altLang="zh-CN" smtClean="0"/>
              <a:t>Test</a:t>
            </a:r>
          </a:p>
          <a:p>
            <a:pPr lvl="0"/>
            <a:endParaRPr lang="en-US" altLang="zh-CN" smtClean="0"/>
          </a:p>
          <a:p>
            <a:pPr lvl="0"/>
            <a:endParaRPr lang="en-US" altLang="zh-CN" smtClean="0"/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800" b="1">
          <a:solidFill>
            <a:srgbClr val="0000CC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800" b="1">
          <a:solidFill>
            <a:srgbClr val="0000CC"/>
          </a:solidFill>
          <a:latin typeface="Garamond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800" b="1">
          <a:solidFill>
            <a:srgbClr val="0000CC"/>
          </a:solidFill>
          <a:latin typeface="Garamond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800" b="1">
          <a:solidFill>
            <a:srgbClr val="0000CC"/>
          </a:solidFill>
          <a:latin typeface="Garamond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800" b="1">
          <a:solidFill>
            <a:srgbClr val="0000CC"/>
          </a:solidFill>
          <a:latin typeface="Garamond" pitchFamily="18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4800" b="1">
          <a:solidFill>
            <a:srgbClr val="0000CC"/>
          </a:solidFill>
          <a:latin typeface="Garamond" pitchFamily="18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4800" b="1">
          <a:solidFill>
            <a:srgbClr val="0000CC"/>
          </a:solidFill>
          <a:latin typeface="Garamond" pitchFamily="18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4800" b="1">
          <a:solidFill>
            <a:srgbClr val="0000CC"/>
          </a:solidFill>
          <a:latin typeface="Garamond" pitchFamily="18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4800" b="1">
          <a:solidFill>
            <a:srgbClr val="0000CC"/>
          </a:solidFill>
          <a:latin typeface="Garamond" pitchFamily="18" charset="0"/>
        </a:defRPr>
      </a:lvl9pPr>
    </p:titleStyle>
    <p:bodyStyle>
      <a:lvl1pPr marL="342900" indent="-342900" algn="l" rtl="0" eaLnBrk="0" fontAlgn="base" hangingPunct="0">
        <a:lnSpc>
          <a:spcPct val="120000"/>
        </a:lnSpc>
        <a:spcBef>
          <a:spcPct val="20000"/>
        </a:spcBef>
        <a:spcAft>
          <a:spcPct val="0"/>
        </a:spcAft>
        <a:buClr>
          <a:srgbClr val="0000CC"/>
        </a:buClr>
        <a:buSzPct val="75000"/>
        <a:buFont typeface="Wingdings" pitchFamily="2" charset="2"/>
        <a:buChar char="l"/>
        <a:defRPr sz="3200" b="1">
          <a:solidFill>
            <a:srgbClr val="0000CC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lnSpc>
          <a:spcPct val="80000"/>
        </a:lnSpc>
        <a:spcBef>
          <a:spcPct val="20000"/>
        </a:spcBef>
        <a:spcAft>
          <a:spcPct val="0"/>
        </a:spcAft>
        <a:buClr>
          <a:srgbClr val="0000CC"/>
        </a:buClr>
        <a:buSzPct val="75000"/>
        <a:buFont typeface="Wingdings" pitchFamily="2" charset="2"/>
        <a:buChar char="l"/>
        <a:defRPr sz="2800" b="1">
          <a:solidFill>
            <a:srgbClr val="0000CC"/>
          </a:solidFill>
          <a:latin typeface="+mn-lt"/>
        </a:defRPr>
      </a:lvl2pPr>
      <a:lvl3pPr marL="1143000" indent="-228600" algn="l" rtl="0" eaLnBrk="0" fontAlgn="base" hangingPunct="0">
        <a:lnSpc>
          <a:spcPct val="80000"/>
        </a:lnSpc>
        <a:spcBef>
          <a:spcPct val="20000"/>
        </a:spcBef>
        <a:spcAft>
          <a:spcPct val="0"/>
        </a:spcAft>
        <a:buClr>
          <a:srgbClr val="0000CC"/>
        </a:buClr>
        <a:buSzPct val="75000"/>
        <a:buFont typeface="Wingdings" pitchFamily="2" charset="2"/>
        <a:buChar char="l"/>
        <a:defRPr sz="2400" b="1">
          <a:solidFill>
            <a:srgbClr val="0000FF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rgbClr val="0000CC"/>
        </a:buClr>
        <a:buSzPct val="75000"/>
        <a:buFont typeface="Wingdings" pitchFamily="2" charset="2"/>
        <a:buChar char="l"/>
        <a:defRPr b="1">
          <a:solidFill>
            <a:srgbClr val="0000CC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rgbClr val="0000CC"/>
        </a:buClr>
        <a:buSzPct val="75000"/>
        <a:buFont typeface="Wingdings" pitchFamily="2" charset="2"/>
        <a:buChar char="l"/>
        <a:defRPr sz="2000" b="1">
          <a:solidFill>
            <a:schemeClr val="tx1"/>
          </a:solidFill>
          <a:latin typeface="Arial" pitchFamily="34" charset="0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lr>
          <a:srgbClr val="0000CC"/>
        </a:buClr>
        <a:buSzPct val="75000"/>
        <a:buFont typeface="Wingdings" pitchFamily="2" charset="2"/>
        <a:buChar char="l"/>
        <a:defRPr sz="2000" b="1">
          <a:solidFill>
            <a:schemeClr val="tx1"/>
          </a:solidFill>
          <a:latin typeface="Arial" pitchFamily="34" charset="0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lr>
          <a:srgbClr val="0000CC"/>
        </a:buClr>
        <a:buSzPct val="75000"/>
        <a:buFont typeface="Wingdings" pitchFamily="2" charset="2"/>
        <a:buChar char="l"/>
        <a:defRPr sz="2000" b="1">
          <a:solidFill>
            <a:schemeClr val="tx1"/>
          </a:solidFill>
          <a:latin typeface="Arial" pitchFamily="34" charset="0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lr>
          <a:srgbClr val="0000CC"/>
        </a:buClr>
        <a:buSzPct val="75000"/>
        <a:buFont typeface="Wingdings" pitchFamily="2" charset="2"/>
        <a:buChar char="l"/>
        <a:defRPr sz="2000" b="1">
          <a:solidFill>
            <a:schemeClr val="tx1"/>
          </a:solidFill>
          <a:latin typeface="Arial" pitchFamily="34" charset="0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lr>
          <a:srgbClr val="0000CC"/>
        </a:buClr>
        <a:buSzPct val="75000"/>
        <a:buFont typeface="Wingdings" pitchFamily="2" charset="2"/>
        <a:buChar char="l"/>
        <a:defRPr sz="2000" b="1">
          <a:solidFill>
            <a:schemeClr val="tx1"/>
          </a:solidFill>
          <a:latin typeface="Arial" pitchFamily="34" charset="0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wm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9.png"/><Relationship Id="rId5" Type="http://schemas.openxmlformats.org/officeDocument/2006/relationships/image" Target="../media/image7.wmf"/><Relationship Id="rId4" Type="http://schemas.openxmlformats.org/officeDocument/2006/relationships/oleObject" Target="../embeddings/oleObject1.bin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wm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wm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wmf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wmf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wmf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7" Type="http://schemas.openxmlformats.org/officeDocument/2006/relationships/image" Target="../media/image17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6" Type="http://schemas.openxmlformats.org/officeDocument/2006/relationships/oleObject" Target="../embeddings/oleObject3.bin"/><Relationship Id="rId5" Type="http://schemas.openxmlformats.org/officeDocument/2006/relationships/image" Target="../media/image16.wmf"/><Relationship Id="rId4" Type="http://schemas.openxmlformats.org/officeDocument/2006/relationships/oleObject" Target="../embeddings/oleObject2.bin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wmf"/><Relationship Id="rId2" Type="http://schemas.openxmlformats.org/officeDocument/2006/relationships/image" Target="../media/image19.wmf"/><Relationship Id="rId1" Type="http://schemas.openxmlformats.org/officeDocument/2006/relationships/slideLayout" Target="../slideLayouts/slideLayout1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wmf"/><Relationship Id="rId1" Type="http://schemas.openxmlformats.org/officeDocument/2006/relationships/slideLayout" Target="../slideLayouts/slideLayout1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wmf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emf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emf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wmf"/><Relationship Id="rId13" Type="http://schemas.openxmlformats.org/officeDocument/2006/relationships/oleObject" Target="../embeddings/oleObject9.bin"/><Relationship Id="rId3" Type="http://schemas.openxmlformats.org/officeDocument/2006/relationships/oleObject" Target="../embeddings/oleObject4.bin"/><Relationship Id="rId7" Type="http://schemas.openxmlformats.org/officeDocument/2006/relationships/oleObject" Target="../embeddings/oleObject6.bin"/><Relationship Id="rId12" Type="http://schemas.openxmlformats.org/officeDocument/2006/relationships/image" Target="../media/image31.wmf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33.wmf"/><Relationship Id="rId1" Type="http://schemas.openxmlformats.org/officeDocument/2006/relationships/vmlDrawing" Target="../drawings/vmlDrawing3.vml"/><Relationship Id="rId6" Type="http://schemas.openxmlformats.org/officeDocument/2006/relationships/image" Target="../media/image28.wmf"/><Relationship Id="rId11" Type="http://schemas.openxmlformats.org/officeDocument/2006/relationships/oleObject" Target="../embeddings/oleObject8.bin"/><Relationship Id="rId5" Type="http://schemas.openxmlformats.org/officeDocument/2006/relationships/oleObject" Target="../embeddings/oleObject5.bin"/><Relationship Id="rId15" Type="http://schemas.openxmlformats.org/officeDocument/2006/relationships/oleObject" Target="../embeddings/oleObject10.bin"/><Relationship Id="rId10" Type="http://schemas.openxmlformats.org/officeDocument/2006/relationships/image" Target="../media/image30.wmf"/><Relationship Id="rId4" Type="http://schemas.openxmlformats.org/officeDocument/2006/relationships/image" Target="../media/image27.wmf"/><Relationship Id="rId9" Type="http://schemas.openxmlformats.org/officeDocument/2006/relationships/oleObject" Target="../embeddings/oleObject7.bin"/><Relationship Id="rId14" Type="http://schemas.openxmlformats.org/officeDocument/2006/relationships/image" Target="../media/image32.wmf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2.bin"/><Relationship Id="rId3" Type="http://schemas.openxmlformats.org/officeDocument/2006/relationships/image" Target="../media/image36.png"/><Relationship Id="rId7" Type="http://schemas.openxmlformats.org/officeDocument/2006/relationships/image" Target="../media/image38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37.png"/><Relationship Id="rId5" Type="http://schemas.openxmlformats.org/officeDocument/2006/relationships/image" Target="../media/image34.wmf"/><Relationship Id="rId4" Type="http://schemas.openxmlformats.org/officeDocument/2006/relationships/oleObject" Target="../embeddings/oleObject11.bin"/><Relationship Id="rId9" Type="http://schemas.openxmlformats.org/officeDocument/2006/relationships/image" Target="../media/image35.wmf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wmf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wmf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wmf"/><Relationship Id="rId3" Type="http://schemas.openxmlformats.org/officeDocument/2006/relationships/oleObject" Target="../embeddings/oleObject13.bin"/><Relationship Id="rId7" Type="http://schemas.openxmlformats.org/officeDocument/2006/relationships/oleObject" Target="../embeddings/oleObject15.bin"/><Relationship Id="rId12" Type="http://schemas.openxmlformats.org/officeDocument/2006/relationships/image" Target="../media/image47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44.wmf"/><Relationship Id="rId11" Type="http://schemas.openxmlformats.org/officeDocument/2006/relationships/oleObject" Target="../embeddings/oleObject17.bin"/><Relationship Id="rId5" Type="http://schemas.openxmlformats.org/officeDocument/2006/relationships/oleObject" Target="../embeddings/oleObject14.bin"/><Relationship Id="rId10" Type="http://schemas.openxmlformats.org/officeDocument/2006/relationships/image" Target="../media/image46.wmf"/><Relationship Id="rId4" Type="http://schemas.openxmlformats.org/officeDocument/2006/relationships/image" Target="../media/image43.wmf"/><Relationship Id="rId9" Type="http://schemas.openxmlformats.org/officeDocument/2006/relationships/oleObject" Target="../embeddings/oleObject16.bin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7" Type="http://schemas.openxmlformats.org/officeDocument/2006/relationships/image" Target="../media/image38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6" Type="http://schemas.openxmlformats.org/officeDocument/2006/relationships/image" Target="../media/image48.wmf"/><Relationship Id="rId5" Type="http://schemas.openxmlformats.org/officeDocument/2006/relationships/oleObject" Target="../embeddings/oleObject18.bin"/><Relationship Id="rId4" Type="http://schemas.openxmlformats.org/officeDocument/2006/relationships/image" Target="../media/image50.wmf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9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.vml"/><Relationship Id="rId4" Type="http://schemas.openxmlformats.org/officeDocument/2006/relationships/image" Target="../media/image52.wmf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wmf"/><Relationship Id="rId2" Type="http://schemas.openxmlformats.org/officeDocument/2006/relationships/image" Target="../media/image53.w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5.wmf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wmf"/><Relationship Id="rId2" Type="http://schemas.openxmlformats.org/officeDocument/2006/relationships/image" Target="../media/image56.w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8.wmf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0.bin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8.vml"/><Relationship Id="rId6" Type="http://schemas.openxmlformats.org/officeDocument/2006/relationships/image" Target="../media/image60.wmf"/><Relationship Id="rId5" Type="http://schemas.openxmlformats.org/officeDocument/2006/relationships/oleObject" Target="../embeddings/oleObject21.bin"/><Relationship Id="rId4" Type="http://schemas.openxmlformats.org/officeDocument/2006/relationships/image" Target="../media/image59.wmf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6.wmf"/><Relationship Id="rId13" Type="http://schemas.openxmlformats.org/officeDocument/2006/relationships/oleObject" Target="../embeddings/oleObject27.bin"/><Relationship Id="rId18" Type="http://schemas.openxmlformats.org/officeDocument/2006/relationships/image" Target="../media/image71.wmf"/><Relationship Id="rId26" Type="http://schemas.openxmlformats.org/officeDocument/2006/relationships/image" Target="../media/image75.wmf"/><Relationship Id="rId3" Type="http://schemas.openxmlformats.org/officeDocument/2006/relationships/oleObject" Target="../embeddings/oleObject22.bin"/><Relationship Id="rId21" Type="http://schemas.openxmlformats.org/officeDocument/2006/relationships/oleObject" Target="../embeddings/oleObject31.bin"/><Relationship Id="rId7" Type="http://schemas.openxmlformats.org/officeDocument/2006/relationships/oleObject" Target="../embeddings/oleObject24.bin"/><Relationship Id="rId12" Type="http://schemas.openxmlformats.org/officeDocument/2006/relationships/image" Target="../media/image68.wmf"/><Relationship Id="rId17" Type="http://schemas.openxmlformats.org/officeDocument/2006/relationships/oleObject" Target="../embeddings/oleObject29.bin"/><Relationship Id="rId25" Type="http://schemas.openxmlformats.org/officeDocument/2006/relationships/oleObject" Target="../embeddings/oleObject33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70.wmf"/><Relationship Id="rId20" Type="http://schemas.openxmlformats.org/officeDocument/2006/relationships/image" Target="../media/image72.wmf"/><Relationship Id="rId1" Type="http://schemas.openxmlformats.org/officeDocument/2006/relationships/vmlDrawing" Target="../drawings/vmlDrawing9.vml"/><Relationship Id="rId6" Type="http://schemas.openxmlformats.org/officeDocument/2006/relationships/image" Target="../media/image65.wmf"/><Relationship Id="rId11" Type="http://schemas.openxmlformats.org/officeDocument/2006/relationships/oleObject" Target="../embeddings/oleObject26.bin"/><Relationship Id="rId24" Type="http://schemas.openxmlformats.org/officeDocument/2006/relationships/image" Target="../media/image74.wmf"/><Relationship Id="rId5" Type="http://schemas.openxmlformats.org/officeDocument/2006/relationships/oleObject" Target="../embeddings/oleObject23.bin"/><Relationship Id="rId15" Type="http://schemas.openxmlformats.org/officeDocument/2006/relationships/oleObject" Target="../embeddings/oleObject28.bin"/><Relationship Id="rId23" Type="http://schemas.openxmlformats.org/officeDocument/2006/relationships/oleObject" Target="../embeddings/oleObject32.bin"/><Relationship Id="rId28" Type="http://schemas.openxmlformats.org/officeDocument/2006/relationships/image" Target="../media/image76.wmf"/><Relationship Id="rId10" Type="http://schemas.openxmlformats.org/officeDocument/2006/relationships/image" Target="../media/image67.wmf"/><Relationship Id="rId19" Type="http://schemas.openxmlformats.org/officeDocument/2006/relationships/oleObject" Target="../embeddings/oleObject30.bin"/><Relationship Id="rId4" Type="http://schemas.openxmlformats.org/officeDocument/2006/relationships/image" Target="../media/image64.wmf"/><Relationship Id="rId9" Type="http://schemas.openxmlformats.org/officeDocument/2006/relationships/oleObject" Target="../embeddings/oleObject25.bin"/><Relationship Id="rId14" Type="http://schemas.openxmlformats.org/officeDocument/2006/relationships/image" Target="../media/image69.wmf"/><Relationship Id="rId22" Type="http://schemas.openxmlformats.org/officeDocument/2006/relationships/image" Target="../media/image73.wmf"/><Relationship Id="rId27" Type="http://schemas.openxmlformats.org/officeDocument/2006/relationships/oleObject" Target="../embeddings/oleObject34.bin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0.vml"/><Relationship Id="rId5" Type="http://schemas.openxmlformats.org/officeDocument/2006/relationships/image" Target="../media/image77.wmf"/><Relationship Id="rId4" Type="http://schemas.openxmlformats.org/officeDocument/2006/relationships/oleObject" Target="../embeddings/oleObject35.bin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wmf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6.png"/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87.emf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9.emf"/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90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2.jpeg"/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5.png"/><Relationship Id="rId5" Type="http://schemas.openxmlformats.org/officeDocument/2006/relationships/image" Target="../media/image94.jpeg"/><Relationship Id="rId4" Type="http://schemas.openxmlformats.org/officeDocument/2006/relationships/image" Target="../media/image93.jpeg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sz="4400" dirty="0" smtClean="0">
                <a:ea typeface="宋体" pitchFamily="2" charset="-122"/>
              </a:rPr>
              <a:t>Wireless</a:t>
            </a:r>
            <a:br>
              <a:rPr lang="en-US" altLang="zh-CN" sz="4400" dirty="0" smtClean="0">
                <a:ea typeface="宋体" pitchFamily="2" charset="-122"/>
              </a:rPr>
            </a:br>
            <a:r>
              <a:rPr lang="en-US" altLang="zh-CN" sz="4400" dirty="0" smtClean="0">
                <a:ea typeface="宋体" pitchFamily="2" charset="-122"/>
              </a:rPr>
              <a:t>Digital Communications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>
              <a:lnSpc>
                <a:spcPct val="110000"/>
              </a:lnSpc>
            </a:pPr>
            <a:endParaRPr lang="en-US" altLang="zh-CN" sz="2800" dirty="0" smtClean="0">
              <a:ea typeface="宋体" pitchFamily="2" charset="-122"/>
            </a:endParaRPr>
          </a:p>
          <a:p>
            <a:pPr>
              <a:lnSpc>
                <a:spcPct val="110000"/>
              </a:lnSpc>
            </a:pPr>
            <a:r>
              <a:rPr lang="en-US" altLang="zh-CN" sz="2800" smtClean="0">
                <a:ea typeface="宋体" pitchFamily="2" charset="-122"/>
              </a:rPr>
              <a:t>Topic 6</a:t>
            </a:r>
          </a:p>
          <a:p>
            <a:pPr>
              <a:lnSpc>
                <a:spcPct val="110000"/>
              </a:lnSpc>
            </a:pPr>
            <a:r>
              <a:rPr lang="en-US" altLang="zh-CN" sz="2800" dirty="0" smtClean="0">
                <a:ea typeface="宋体" pitchFamily="2" charset="-122"/>
              </a:rPr>
              <a:t>MIMO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4400" smtClean="0">
                <a:ea typeface="宋体" pitchFamily="2" charset="-122"/>
              </a:rPr>
              <a:t>Multiple Antennas</a:t>
            </a:r>
            <a:br>
              <a:rPr lang="en-US" altLang="zh-CN" sz="4400" smtClean="0">
                <a:ea typeface="宋体" pitchFamily="2" charset="-122"/>
              </a:rPr>
            </a:br>
            <a:r>
              <a:rPr lang="en-US" altLang="zh-CN" sz="4400" smtClean="0">
                <a:ea typeface="宋体" pitchFamily="2" charset="-122"/>
              </a:rPr>
              <a:t>(Adding Spatial Dimension)</a:t>
            </a:r>
          </a:p>
        </p:txBody>
      </p:sp>
      <p:pic>
        <p:nvPicPr>
          <p:cNvPr id="4099" name="Picture 3"/>
          <p:cNvPicPr>
            <a:picLocks noGrp="1" noChangeAspect="1" noChangeArrowheads="1"/>
          </p:cNvPicPr>
          <p:nvPr>
            <p:ph type="body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905000" y="1981200"/>
            <a:ext cx="5224463" cy="411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4400" smtClean="0">
                <a:ea typeface="宋体" pitchFamily="2" charset="-122"/>
              </a:rPr>
              <a:t>Single-User/Multi-User</a:t>
            </a:r>
            <a:br>
              <a:rPr lang="en-US" altLang="zh-CN" sz="4400" smtClean="0">
                <a:ea typeface="宋体" pitchFamily="2" charset="-122"/>
              </a:rPr>
            </a:br>
            <a:r>
              <a:rPr lang="en-US" altLang="zh-CN" sz="4400" smtClean="0">
                <a:ea typeface="宋体" pitchFamily="2" charset="-122"/>
              </a:rPr>
              <a:t>Spatial Multiplexing</a:t>
            </a:r>
          </a:p>
        </p:txBody>
      </p:sp>
      <p:pic>
        <p:nvPicPr>
          <p:cNvPr id="5123" name="Picture 3"/>
          <p:cNvPicPr>
            <a:picLocks noGrp="1" noChangeAspect="1" noChangeArrowheads="1"/>
          </p:cNvPicPr>
          <p:nvPr>
            <p:ph type="body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260475" y="1981200"/>
            <a:ext cx="6545263" cy="411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>
                <a:ea typeface="宋体" pitchFamily="2" charset="-122"/>
              </a:rPr>
              <a:t>MIMO Principles</a:t>
            </a:r>
          </a:p>
        </p:txBody>
      </p:sp>
      <p:pic>
        <p:nvPicPr>
          <p:cNvPr id="6147" name="Picture 3"/>
          <p:cNvPicPr>
            <a:picLocks noGrp="1" noChangeAspect="1" noChangeArrowheads="1"/>
          </p:cNvPicPr>
          <p:nvPr>
            <p:ph type="body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800100" y="1816100"/>
            <a:ext cx="7766050" cy="42799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>
                <a:ea typeface="宋体" pitchFamily="2" charset="-122"/>
              </a:rPr>
              <a:t>MIMO Principles</a:t>
            </a:r>
          </a:p>
        </p:txBody>
      </p:sp>
      <p:pic>
        <p:nvPicPr>
          <p:cNvPr id="7171" name="Picture 3"/>
          <p:cNvPicPr>
            <a:picLocks noGrp="1" noChangeAspect="1" noChangeArrowheads="1"/>
          </p:cNvPicPr>
          <p:nvPr>
            <p:ph type="body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09600" y="2063750"/>
            <a:ext cx="7848600" cy="394811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>
                <a:ea typeface="宋体" pitchFamily="2" charset="-122"/>
              </a:rPr>
              <a:t>MIMO Principles</a:t>
            </a:r>
          </a:p>
        </p:txBody>
      </p:sp>
      <p:pic>
        <p:nvPicPr>
          <p:cNvPr id="8195" name="Picture 3"/>
          <p:cNvPicPr>
            <a:picLocks noGrp="1" noChangeAspect="1" noChangeArrowheads="1"/>
          </p:cNvPicPr>
          <p:nvPr>
            <p:ph type="body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09613" y="1981200"/>
            <a:ext cx="7648575" cy="411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1809" y="4687503"/>
            <a:ext cx="2857370" cy="52939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4400" smtClean="0">
                <a:ea typeface="宋体" pitchFamily="2" charset="-122"/>
              </a:rPr>
              <a:t>Narrowband MIMO System</a:t>
            </a:r>
            <a:br>
              <a:rPr lang="en-US" altLang="zh-CN" sz="4400" smtClean="0">
                <a:ea typeface="宋体" pitchFamily="2" charset="-122"/>
              </a:rPr>
            </a:br>
            <a:r>
              <a:rPr lang="en-US" altLang="zh-CN" sz="4400" smtClean="0">
                <a:ea typeface="宋体" pitchFamily="2" charset="-122"/>
              </a:rPr>
              <a:t>(Flat Fading Channel)</a:t>
            </a:r>
          </a:p>
        </p:txBody>
      </p:sp>
      <p:pic>
        <p:nvPicPr>
          <p:cNvPr id="9219" name="Picture 3"/>
          <p:cNvPicPr>
            <a:picLocks noGrp="1" noChangeAspect="1" noChangeArrowheads="1"/>
          </p:cNvPicPr>
          <p:nvPr>
            <p:ph type="body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808037" y="2712720"/>
            <a:ext cx="7650163" cy="411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aphicFrame>
        <p:nvGraphicFramePr>
          <p:cNvPr id="4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76773602"/>
              </p:ext>
            </p:extLst>
          </p:nvPr>
        </p:nvGraphicFramePr>
        <p:xfrm>
          <a:off x="2431767" y="1657032"/>
          <a:ext cx="4314825" cy="1055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941" name="Equation" r:id="rId4" imgW="1816555" imgH="444415" progId="Equation.DSMT4">
                  <p:embed/>
                </p:oleObj>
              </mc:Choice>
              <mc:Fallback>
                <p:oleObj name="Equation" r:id="rId4" imgW="1816555" imgH="444415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1767" y="1657032"/>
                        <a:ext cx="4314825" cy="10556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" name="图片 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38463" y="1636188"/>
            <a:ext cx="2408129" cy="109737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4400" smtClean="0">
                <a:ea typeface="宋体" pitchFamily="2" charset="-122"/>
              </a:rPr>
              <a:t>Narrowband MIMO System</a:t>
            </a:r>
            <a:br>
              <a:rPr lang="zh-CN" altLang="en-US" sz="4400" smtClean="0">
                <a:ea typeface="宋体" pitchFamily="2" charset="-122"/>
              </a:rPr>
            </a:br>
            <a:r>
              <a:rPr lang="zh-CN" altLang="en-US" sz="4400" smtClean="0">
                <a:ea typeface="宋体" pitchFamily="2" charset="-122"/>
              </a:rPr>
              <a:t>(Flat Fading Channel)</a:t>
            </a:r>
          </a:p>
        </p:txBody>
      </p:sp>
      <p:pic>
        <p:nvPicPr>
          <p:cNvPr id="10243" name="Picture 3"/>
          <p:cNvPicPr>
            <a:picLocks noGrp="1" noChangeAspect="1" noChangeArrowheads="1"/>
          </p:cNvPicPr>
          <p:nvPr>
            <p:ph type="body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68350" y="1981200"/>
            <a:ext cx="7529513" cy="411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228600"/>
            <a:ext cx="8229600" cy="1143000"/>
          </a:xfrm>
        </p:spPr>
        <p:txBody>
          <a:bodyPr/>
          <a:lstStyle/>
          <a:p>
            <a:r>
              <a:rPr lang="en-US" altLang="zh-CN" sz="4000" smtClean="0">
                <a:ea typeface="宋体" pitchFamily="2" charset="-122"/>
              </a:rPr>
              <a:t>MIMO Performance Improvements</a:t>
            </a:r>
          </a:p>
        </p:txBody>
      </p:sp>
      <p:pic>
        <p:nvPicPr>
          <p:cNvPr id="11267" name="Picture 3"/>
          <p:cNvPicPr>
            <a:picLocks noGrp="1" noChangeAspect="1" noChangeArrowheads="1"/>
          </p:cNvPicPr>
          <p:nvPr>
            <p:ph type="body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09600" y="1998663"/>
            <a:ext cx="7848600" cy="407987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228600"/>
            <a:ext cx="8231188" cy="1143000"/>
          </a:xfrm>
        </p:spPr>
        <p:txBody>
          <a:bodyPr/>
          <a:lstStyle/>
          <a:p>
            <a:r>
              <a:rPr lang="zh-CN" altLang="en-US" sz="4000" smtClean="0">
                <a:ea typeface="宋体" pitchFamily="2" charset="-122"/>
              </a:rPr>
              <a:t>MIMO Performance Improvements</a:t>
            </a:r>
          </a:p>
        </p:txBody>
      </p:sp>
      <p:pic>
        <p:nvPicPr>
          <p:cNvPr id="12291" name="Picture 3"/>
          <p:cNvPicPr>
            <a:picLocks noGrp="1" noChangeAspect="1" noChangeArrowheads="1"/>
          </p:cNvPicPr>
          <p:nvPr>
            <p:ph type="body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22313" y="1816100"/>
            <a:ext cx="7737475" cy="437991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228600"/>
            <a:ext cx="8180388" cy="1143000"/>
          </a:xfrm>
        </p:spPr>
        <p:txBody>
          <a:bodyPr/>
          <a:lstStyle/>
          <a:p>
            <a:r>
              <a:rPr lang="zh-CN" altLang="en-US" sz="4000" smtClean="0">
                <a:ea typeface="宋体" pitchFamily="2" charset="-122"/>
              </a:rPr>
              <a:t>MIMO Performance Improvements</a:t>
            </a:r>
          </a:p>
        </p:txBody>
      </p:sp>
      <p:pic>
        <p:nvPicPr>
          <p:cNvPr id="13315" name="Picture 3"/>
          <p:cNvPicPr>
            <a:picLocks noGrp="1" noChangeAspect="1" noChangeArrowheads="1"/>
          </p:cNvPicPr>
          <p:nvPr>
            <p:ph type="body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950913" y="1830388"/>
            <a:ext cx="7426325" cy="42656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>
                <a:ea typeface="宋体" pitchFamily="2" charset="-122"/>
              </a:rPr>
              <a:t>Spatial Multiplexing Gain</a:t>
            </a:r>
          </a:p>
        </p:txBody>
      </p:sp>
      <p:pic>
        <p:nvPicPr>
          <p:cNvPr id="14339" name="Picture 3"/>
          <p:cNvPicPr>
            <a:picLocks noGrp="1" noChangeAspect="1" noChangeArrowheads="1"/>
          </p:cNvPicPr>
          <p:nvPr>
            <p:ph type="body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11200" y="1765300"/>
            <a:ext cx="7912100" cy="439737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>
                <a:ea typeface="宋体" pitchFamily="2" charset="-122"/>
              </a:rPr>
              <a:t>Spatial Multiplexing Gain</a:t>
            </a:r>
          </a:p>
        </p:txBody>
      </p:sp>
      <p:pic>
        <p:nvPicPr>
          <p:cNvPr id="15363" name="Picture 3"/>
          <p:cNvPicPr>
            <a:picLocks noGrp="1" noChangeAspect="1" noChangeArrowheads="1"/>
          </p:cNvPicPr>
          <p:nvPr>
            <p:ph type="body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82613" y="1814513"/>
            <a:ext cx="7872412" cy="44640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>
                <a:ea typeface="宋体" pitchFamily="2" charset="-122"/>
              </a:rPr>
              <a:t>Spatial Envelope Correlation v.s. Antenna Spacing</a:t>
            </a:r>
          </a:p>
        </p:txBody>
      </p:sp>
      <p:pic>
        <p:nvPicPr>
          <p:cNvPr id="1638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92710" y="1598857"/>
            <a:ext cx="6571153" cy="4842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9" name="AutoShape 8"/>
          <p:cNvSpPr>
            <a:spLocks noChangeArrowheads="1"/>
          </p:cNvSpPr>
          <p:nvPr/>
        </p:nvSpPr>
        <p:spPr bwMode="auto">
          <a:xfrm>
            <a:off x="128023" y="2550409"/>
            <a:ext cx="152400" cy="152400"/>
          </a:xfrm>
          <a:prstGeom prst="flowChartMerge">
            <a:avLst/>
          </a:prstGeom>
          <a:solidFill>
            <a:schemeClr val="accent1"/>
          </a:solidFill>
          <a:ln w="2540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0" name="Line 9"/>
          <p:cNvSpPr>
            <a:spLocks noChangeShapeType="1"/>
          </p:cNvSpPr>
          <p:nvPr/>
        </p:nvSpPr>
        <p:spPr bwMode="auto">
          <a:xfrm>
            <a:off x="204223" y="2702809"/>
            <a:ext cx="0" cy="152400"/>
          </a:xfrm>
          <a:prstGeom prst="line">
            <a:avLst/>
          </a:prstGeom>
          <a:noFill/>
          <a:ln w="254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35" name="AutoShape 29"/>
          <p:cNvSpPr>
            <a:spLocks noChangeArrowheads="1"/>
          </p:cNvSpPr>
          <p:nvPr/>
        </p:nvSpPr>
        <p:spPr bwMode="auto">
          <a:xfrm>
            <a:off x="1906023" y="2040822"/>
            <a:ext cx="152400" cy="152400"/>
          </a:xfrm>
          <a:prstGeom prst="flowChartMerge">
            <a:avLst/>
          </a:prstGeom>
          <a:solidFill>
            <a:schemeClr val="accent1"/>
          </a:solidFill>
          <a:ln w="2540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6" name="Line 30"/>
          <p:cNvSpPr>
            <a:spLocks noChangeShapeType="1"/>
          </p:cNvSpPr>
          <p:nvPr/>
        </p:nvSpPr>
        <p:spPr bwMode="auto">
          <a:xfrm>
            <a:off x="1982223" y="2193222"/>
            <a:ext cx="0" cy="152400"/>
          </a:xfrm>
          <a:prstGeom prst="line">
            <a:avLst/>
          </a:prstGeom>
          <a:noFill/>
          <a:ln w="254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37" name="AutoShape 33"/>
          <p:cNvSpPr>
            <a:spLocks noChangeArrowheads="1"/>
          </p:cNvSpPr>
          <p:nvPr/>
        </p:nvSpPr>
        <p:spPr bwMode="auto">
          <a:xfrm>
            <a:off x="1910254" y="2555488"/>
            <a:ext cx="152400" cy="152400"/>
          </a:xfrm>
          <a:prstGeom prst="flowChartMerge">
            <a:avLst/>
          </a:prstGeom>
          <a:solidFill>
            <a:schemeClr val="accent1"/>
          </a:solidFill>
          <a:ln w="2540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3" name="Line 32"/>
          <p:cNvSpPr>
            <a:spLocks noChangeShapeType="1"/>
          </p:cNvSpPr>
          <p:nvPr/>
        </p:nvSpPr>
        <p:spPr bwMode="auto">
          <a:xfrm>
            <a:off x="1982223" y="2688931"/>
            <a:ext cx="0" cy="152400"/>
          </a:xfrm>
          <a:prstGeom prst="line">
            <a:avLst/>
          </a:prstGeom>
          <a:noFill/>
          <a:ln w="254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graphicFrame>
        <p:nvGraphicFramePr>
          <p:cNvPr id="44" name="对象 4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96086750"/>
              </p:ext>
            </p:extLst>
          </p:nvPr>
        </p:nvGraphicFramePr>
        <p:xfrm>
          <a:off x="443201" y="1943549"/>
          <a:ext cx="571500" cy="411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948" name="Equation" r:id="rId4" imgW="317160" imgH="228600" progId="Equation.DSMT4">
                  <p:embed/>
                </p:oleObj>
              </mc:Choice>
              <mc:Fallback>
                <p:oleObj name="Equation" r:id="rId4" imgW="31716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43201" y="1943549"/>
                        <a:ext cx="571500" cy="4111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" name="对象 4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77160454"/>
              </p:ext>
            </p:extLst>
          </p:nvPr>
        </p:nvGraphicFramePr>
        <p:xfrm>
          <a:off x="719426" y="2779009"/>
          <a:ext cx="590550" cy="411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949" name="Equation" r:id="rId6" imgW="330120" imgH="228600" progId="Equation.DSMT4">
                  <p:embed/>
                </p:oleObj>
              </mc:Choice>
              <mc:Fallback>
                <p:oleObj name="Equation" r:id="rId6" imgW="33012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719426" y="2779009"/>
                        <a:ext cx="590550" cy="4111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3" name="曲线连接符 2"/>
          <p:cNvCxnSpPr/>
          <p:nvPr/>
        </p:nvCxnSpPr>
        <p:spPr bwMode="auto">
          <a:xfrm rot="5400000" flipH="1" flipV="1">
            <a:off x="765669" y="3851468"/>
            <a:ext cx="576361" cy="1494987"/>
          </a:xfrm>
          <a:prstGeom prst="curvedConnector2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" name="肘形连接符 13"/>
          <p:cNvCxnSpPr/>
          <p:nvPr/>
        </p:nvCxnSpPr>
        <p:spPr bwMode="auto">
          <a:xfrm flipV="1">
            <a:off x="373337" y="2295391"/>
            <a:ext cx="1359210" cy="172243"/>
          </a:xfrm>
          <a:prstGeom prst="bentConnector3">
            <a:avLst/>
          </a:prstGeom>
          <a:solidFill>
            <a:schemeClr val="accent1"/>
          </a:solidFill>
          <a:ln w="12700" cap="flat" cmpd="sng" algn="ctr">
            <a:solidFill>
              <a:srgbClr val="009900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1" name="肘形连接符 30"/>
          <p:cNvCxnSpPr/>
          <p:nvPr/>
        </p:nvCxnSpPr>
        <p:spPr bwMode="auto">
          <a:xfrm flipV="1">
            <a:off x="377126" y="2550409"/>
            <a:ext cx="1359210" cy="172243"/>
          </a:xfrm>
          <a:prstGeom prst="bentConnector3">
            <a:avLst/>
          </a:prstGeom>
          <a:solidFill>
            <a:schemeClr val="accent1"/>
          </a:solidFill>
          <a:ln w="12700" cap="flat" cmpd="sng" algn="ctr">
            <a:solidFill>
              <a:srgbClr val="009900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>
                <a:ea typeface="宋体" pitchFamily="2" charset="-122"/>
              </a:rPr>
              <a:t>Space-Time Fading</a:t>
            </a:r>
          </a:p>
        </p:txBody>
      </p:sp>
      <p:pic>
        <p:nvPicPr>
          <p:cNvPr id="17411" name="Picture 3"/>
          <p:cNvPicPr>
            <a:picLocks noGrp="1" noChangeAspect="1" noChangeArrowheads="1"/>
          </p:cNvPicPr>
          <p:nvPr>
            <p:ph type="body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933450" y="1828800"/>
            <a:ext cx="6249988" cy="36957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7412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0688" y="5737225"/>
            <a:ext cx="5438775" cy="3540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>
                <a:ea typeface="宋体" pitchFamily="2" charset="-122"/>
              </a:rPr>
              <a:t>Space-Time Fading</a:t>
            </a:r>
          </a:p>
        </p:txBody>
      </p:sp>
      <p:pic>
        <p:nvPicPr>
          <p:cNvPr id="18435" name="Picture 3"/>
          <p:cNvPicPr>
            <a:picLocks noGrp="1" noChangeAspect="1" noChangeArrowheads="1"/>
          </p:cNvPicPr>
          <p:nvPr>
            <p:ph type="body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401763" y="1809750"/>
            <a:ext cx="5565775" cy="34385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8436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85925" y="5440363"/>
            <a:ext cx="5522913" cy="3952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altLang="zh-CN" sz="4400" smtClean="0">
                <a:ea typeface="宋体" pitchFamily="2" charset="-122"/>
              </a:rPr>
              <a:t>MIMO Channel</a:t>
            </a:r>
            <a:br>
              <a:rPr lang="en-US" altLang="zh-CN" sz="4400" smtClean="0">
                <a:ea typeface="宋体" pitchFamily="2" charset="-122"/>
              </a:rPr>
            </a:br>
            <a:r>
              <a:rPr lang="en-US" altLang="zh-CN" sz="4400" smtClean="0">
                <a:ea typeface="宋体" pitchFamily="2" charset="-122"/>
              </a:rPr>
              <a:t>Parallel Decomposition</a:t>
            </a:r>
          </a:p>
        </p:txBody>
      </p:sp>
      <p:sp>
        <p:nvSpPr>
          <p:cNvPr id="19459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609600" y="1935163"/>
            <a:ext cx="8069263" cy="4922837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altLang="zh-CN" sz="2800" dirty="0" smtClean="0">
                <a:ea typeface="宋体" pitchFamily="2" charset="-122"/>
              </a:rPr>
              <a:t>Decompose channel through transmit precoding (x=</a:t>
            </a:r>
            <a:r>
              <a:rPr lang="en-US" altLang="zh-CN" sz="2800" dirty="0" err="1" smtClean="0">
                <a:ea typeface="宋体" pitchFamily="2" charset="-122"/>
              </a:rPr>
              <a:t>Vx</a:t>
            </a:r>
            <a:r>
              <a:rPr lang="en-US" altLang="zh-CN" sz="2800" dirty="0" smtClean="0">
                <a:ea typeface="宋体" pitchFamily="2" charset="-122"/>
              </a:rPr>
              <a:t>) and receiver shaping (y=</a:t>
            </a:r>
            <a:r>
              <a:rPr lang="en-US" altLang="zh-CN" sz="2800" dirty="0" err="1" smtClean="0">
                <a:ea typeface="宋体" pitchFamily="2" charset="-122"/>
              </a:rPr>
              <a:t>U</a:t>
            </a:r>
            <a:r>
              <a:rPr lang="en-US" altLang="zh-CN" sz="2800" baseline="30000" dirty="0" err="1" smtClean="0">
                <a:ea typeface="宋体" pitchFamily="2" charset="-122"/>
              </a:rPr>
              <a:t>H</a:t>
            </a:r>
            <a:r>
              <a:rPr lang="en-US" altLang="zh-CN" sz="2800" dirty="0" err="1" smtClean="0">
                <a:ea typeface="宋体" pitchFamily="2" charset="-122"/>
              </a:rPr>
              <a:t>y</a:t>
            </a:r>
            <a:r>
              <a:rPr lang="en-US" altLang="zh-CN" sz="2800" dirty="0" smtClean="0">
                <a:ea typeface="宋体" pitchFamily="2" charset="-122"/>
              </a:rPr>
              <a:t>)</a:t>
            </a:r>
          </a:p>
          <a:p>
            <a:pPr>
              <a:lnSpc>
                <a:spcPct val="100000"/>
              </a:lnSpc>
            </a:pPr>
            <a:endParaRPr lang="en-US" altLang="zh-CN" sz="2800" dirty="0" smtClean="0">
              <a:ea typeface="宋体" pitchFamily="2" charset="-122"/>
            </a:endParaRPr>
          </a:p>
          <a:p>
            <a:pPr>
              <a:lnSpc>
                <a:spcPct val="100000"/>
              </a:lnSpc>
            </a:pPr>
            <a:endParaRPr lang="en-US" altLang="zh-CN" sz="2800" dirty="0" smtClean="0">
              <a:ea typeface="宋体" pitchFamily="2" charset="-122"/>
            </a:endParaRPr>
          </a:p>
          <a:p>
            <a:pPr>
              <a:lnSpc>
                <a:spcPct val="50000"/>
              </a:lnSpc>
            </a:pPr>
            <a:endParaRPr lang="en-US" altLang="zh-CN" sz="2800" dirty="0" smtClean="0">
              <a:ea typeface="宋体" pitchFamily="2" charset="-122"/>
            </a:endParaRPr>
          </a:p>
          <a:p>
            <a:pPr>
              <a:lnSpc>
                <a:spcPct val="20000"/>
              </a:lnSpc>
            </a:pPr>
            <a:endParaRPr lang="en-US" altLang="zh-CN" sz="2800" dirty="0" smtClean="0">
              <a:ea typeface="宋体" pitchFamily="2" charset="-122"/>
            </a:endParaRPr>
          </a:p>
          <a:p>
            <a:pPr>
              <a:lnSpc>
                <a:spcPct val="100000"/>
              </a:lnSpc>
            </a:pPr>
            <a:r>
              <a:rPr lang="en-US" altLang="zh-CN" sz="2800" dirty="0" smtClean="0">
                <a:ea typeface="宋体" pitchFamily="2" charset="-122"/>
              </a:rPr>
              <a:t>Leads to </a:t>
            </a:r>
            <a:r>
              <a:rPr lang="en-US" altLang="zh-CN" sz="2800" dirty="0" err="1" smtClean="0">
                <a:ea typeface="宋体" pitchFamily="2" charset="-122"/>
              </a:rPr>
              <a:t>R</a:t>
            </a:r>
            <a:r>
              <a:rPr lang="en-US" altLang="zh-CN" sz="2800" baseline="-25000" dirty="0" err="1" smtClean="0">
                <a:ea typeface="宋体" pitchFamily="2" charset="-122"/>
              </a:rPr>
              <a:t>H</a:t>
            </a:r>
            <a:r>
              <a:rPr lang="en-US" altLang="zh-CN" sz="2800" dirty="0" err="1" smtClean="0">
                <a:ea typeface="宋体" pitchFamily="2" charset="-122"/>
                <a:sym typeface="Symbol" pitchFamily="18" charset="2"/>
              </a:rPr>
              <a:t>min</a:t>
            </a:r>
            <a:r>
              <a:rPr lang="en-US" altLang="zh-CN" sz="2800" dirty="0" smtClean="0">
                <a:ea typeface="宋体" pitchFamily="2" charset="-122"/>
                <a:sym typeface="Symbol" pitchFamily="18" charset="2"/>
              </a:rPr>
              <a:t>(</a:t>
            </a:r>
            <a:r>
              <a:rPr lang="en-US" altLang="zh-CN" sz="2800" dirty="0" err="1" smtClean="0">
                <a:ea typeface="宋体" pitchFamily="2" charset="-122"/>
                <a:sym typeface="Symbol" pitchFamily="18" charset="2"/>
              </a:rPr>
              <a:t>M</a:t>
            </a:r>
            <a:r>
              <a:rPr lang="en-US" altLang="zh-CN" sz="2800" baseline="-25000" dirty="0" err="1" smtClean="0">
                <a:ea typeface="宋体" pitchFamily="2" charset="-122"/>
                <a:sym typeface="Symbol" pitchFamily="18" charset="2"/>
              </a:rPr>
              <a:t>t</a:t>
            </a:r>
            <a:r>
              <a:rPr lang="en-US" altLang="zh-CN" sz="2800" dirty="0" err="1" smtClean="0">
                <a:ea typeface="宋体" pitchFamily="2" charset="-122"/>
                <a:sym typeface="Symbol" pitchFamily="18" charset="2"/>
              </a:rPr>
              <a:t>,M</a:t>
            </a:r>
            <a:r>
              <a:rPr lang="en-US" altLang="zh-CN" sz="2800" baseline="-25000" dirty="0" err="1" smtClean="0">
                <a:ea typeface="宋体" pitchFamily="2" charset="-122"/>
                <a:sym typeface="Symbol" pitchFamily="18" charset="2"/>
              </a:rPr>
              <a:t>r</a:t>
            </a:r>
            <a:r>
              <a:rPr lang="en-US" altLang="zh-CN" sz="2800" dirty="0" smtClean="0">
                <a:ea typeface="宋体" pitchFamily="2" charset="-122"/>
                <a:sym typeface="Symbol" pitchFamily="18" charset="2"/>
              </a:rPr>
              <a:t>) independent channels with gain </a:t>
            </a:r>
            <a:r>
              <a:rPr lang="en-US" altLang="zh-CN" sz="2800" dirty="0" err="1" smtClean="0">
                <a:latin typeface="Symbol" pitchFamily="18" charset="2"/>
                <a:ea typeface="宋体" pitchFamily="2" charset="-122"/>
                <a:sym typeface="Symbol" pitchFamily="18" charset="2"/>
              </a:rPr>
              <a:t>s</a:t>
            </a:r>
            <a:r>
              <a:rPr lang="en-US" altLang="zh-CN" sz="2800" baseline="-25000" dirty="0" err="1" smtClean="0">
                <a:ea typeface="宋体" pitchFamily="2" charset="-122"/>
                <a:sym typeface="Symbol" pitchFamily="18" charset="2"/>
              </a:rPr>
              <a:t>i</a:t>
            </a:r>
            <a:r>
              <a:rPr lang="en-US" altLang="zh-CN" sz="2800" dirty="0" smtClean="0">
                <a:ea typeface="宋体" pitchFamily="2" charset="-122"/>
                <a:sym typeface="Symbol" pitchFamily="18" charset="2"/>
              </a:rPr>
              <a:t> (</a:t>
            </a:r>
            <a:r>
              <a:rPr lang="en-US" altLang="zh-CN" sz="2800" dirty="0" err="1" smtClean="0">
                <a:ea typeface="宋体" pitchFamily="2" charset="-122"/>
                <a:sym typeface="Symbol" pitchFamily="18" charset="2"/>
              </a:rPr>
              <a:t>i</a:t>
            </a:r>
            <a:r>
              <a:rPr lang="en-US" altLang="zh-CN" sz="2800" baseline="30000" dirty="0" err="1" smtClean="0">
                <a:ea typeface="宋体" pitchFamily="2" charset="-122"/>
                <a:sym typeface="Symbol" pitchFamily="18" charset="2"/>
              </a:rPr>
              <a:t>th</a:t>
            </a:r>
            <a:r>
              <a:rPr lang="en-US" altLang="zh-CN" sz="2800" dirty="0" smtClean="0">
                <a:ea typeface="宋体" pitchFamily="2" charset="-122"/>
                <a:sym typeface="Symbol" pitchFamily="18" charset="2"/>
              </a:rPr>
              <a:t> singular value of H) and AWGN</a:t>
            </a:r>
          </a:p>
          <a:p>
            <a:pPr>
              <a:lnSpc>
                <a:spcPct val="50000"/>
              </a:lnSpc>
            </a:pPr>
            <a:endParaRPr lang="en-US" altLang="zh-CN" sz="2800" dirty="0" smtClean="0">
              <a:ea typeface="宋体" pitchFamily="2" charset="-122"/>
              <a:sym typeface="Symbol" pitchFamily="18" charset="2"/>
            </a:endParaRPr>
          </a:p>
          <a:p>
            <a:pPr>
              <a:lnSpc>
                <a:spcPct val="100000"/>
              </a:lnSpc>
            </a:pPr>
            <a:r>
              <a:rPr lang="en-US" altLang="zh-CN" sz="2800" dirty="0" smtClean="0">
                <a:ea typeface="宋体" pitchFamily="2" charset="-122"/>
                <a:sym typeface="Symbol" pitchFamily="18" charset="2"/>
              </a:rPr>
              <a:t>Independent channels lead to simple capacity analysis and modulation/demodulation design</a:t>
            </a:r>
            <a:endParaRPr lang="en-US" altLang="zh-CN" sz="2800" dirty="0" smtClean="0">
              <a:ea typeface="宋体" pitchFamily="2" charset="-122"/>
            </a:endParaRPr>
          </a:p>
        </p:txBody>
      </p:sp>
      <p:grpSp>
        <p:nvGrpSpPr>
          <p:cNvPr id="19460" name="Group 4"/>
          <p:cNvGrpSpPr>
            <a:grpSpLocks/>
          </p:cNvGrpSpPr>
          <p:nvPr/>
        </p:nvGrpSpPr>
        <p:grpSpPr bwMode="auto">
          <a:xfrm>
            <a:off x="812800" y="3538538"/>
            <a:ext cx="304800" cy="522287"/>
            <a:chOff x="0" y="0"/>
            <a:chExt cx="192" cy="329"/>
          </a:xfrm>
        </p:grpSpPr>
        <p:sp>
          <p:nvSpPr>
            <p:cNvPr id="19499" name="Line 5"/>
            <p:cNvSpPr>
              <a:spLocks noChangeShapeType="1"/>
            </p:cNvSpPr>
            <p:nvPr/>
          </p:nvSpPr>
          <p:spPr bwMode="auto">
            <a:xfrm>
              <a:off x="0" y="0"/>
              <a:ext cx="0" cy="137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500" name="Line 6"/>
            <p:cNvSpPr>
              <a:spLocks noChangeShapeType="1"/>
            </p:cNvSpPr>
            <p:nvPr/>
          </p:nvSpPr>
          <p:spPr bwMode="auto">
            <a:xfrm>
              <a:off x="96" y="96"/>
              <a:ext cx="0" cy="137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501" name="Line 7"/>
            <p:cNvSpPr>
              <a:spLocks noChangeShapeType="1"/>
            </p:cNvSpPr>
            <p:nvPr/>
          </p:nvSpPr>
          <p:spPr bwMode="auto">
            <a:xfrm>
              <a:off x="192" y="192"/>
              <a:ext cx="0" cy="137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9461" name="Group 8"/>
          <p:cNvGrpSpPr>
            <a:grpSpLocks/>
          </p:cNvGrpSpPr>
          <p:nvPr/>
        </p:nvGrpSpPr>
        <p:grpSpPr bwMode="auto">
          <a:xfrm>
            <a:off x="2286000" y="3538538"/>
            <a:ext cx="304800" cy="522287"/>
            <a:chOff x="0" y="0"/>
            <a:chExt cx="192" cy="329"/>
          </a:xfrm>
        </p:grpSpPr>
        <p:sp>
          <p:nvSpPr>
            <p:cNvPr id="19496" name="Line 9"/>
            <p:cNvSpPr>
              <a:spLocks noChangeShapeType="1"/>
            </p:cNvSpPr>
            <p:nvPr/>
          </p:nvSpPr>
          <p:spPr bwMode="auto">
            <a:xfrm>
              <a:off x="0" y="0"/>
              <a:ext cx="0" cy="137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497" name="Line 10"/>
            <p:cNvSpPr>
              <a:spLocks noChangeShapeType="1"/>
            </p:cNvSpPr>
            <p:nvPr/>
          </p:nvSpPr>
          <p:spPr bwMode="auto">
            <a:xfrm>
              <a:off x="96" y="96"/>
              <a:ext cx="0" cy="137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498" name="Line 11"/>
            <p:cNvSpPr>
              <a:spLocks noChangeShapeType="1"/>
            </p:cNvSpPr>
            <p:nvPr/>
          </p:nvSpPr>
          <p:spPr bwMode="auto">
            <a:xfrm>
              <a:off x="192" y="192"/>
              <a:ext cx="0" cy="137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9462" name="Line 12"/>
          <p:cNvSpPr>
            <a:spLocks noChangeShapeType="1"/>
          </p:cNvSpPr>
          <p:nvPr/>
        </p:nvSpPr>
        <p:spPr bwMode="auto">
          <a:xfrm>
            <a:off x="885825" y="3552825"/>
            <a:ext cx="1320800" cy="0"/>
          </a:xfrm>
          <a:prstGeom prst="line">
            <a:avLst/>
          </a:prstGeom>
          <a:noFill/>
          <a:ln w="12700">
            <a:solidFill>
              <a:srgbClr val="CC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9463" name="Line 13"/>
          <p:cNvSpPr>
            <a:spLocks noChangeShapeType="1"/>
          </p:cNvSpPr>
          <p:nvPr/>
        </p:nvSpPr>
        <p:spPr bwMode="auto">
          <a:xfrm>
            <a:off x="928688" y="3567113"/>
            <a:ext cx="1452562" cy="174625"/>
          </a:xfrm>
          <a:prstGeom prst="line">
            <a:avLst/>
          </a:prstGeom>
          <a:noFill/>
          <a:ln w="12700">
            <a:solidFill>
              <a:srgbClr val="CC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9464" name="Line 14"/>
          <p:cNvSpPr>
            <a:spLocks noChangeShapeType="1"/>
          </p:cNvSpPr>
          <p:nvPr/>
        </p:nvSpPr>
        <p:spPr bwMode="auto">
          <a:xfrm>
            <a:off x="944563" y="3597275"/>
            <a:ext cx="1552575" cy="319088"/>
          </a:xfrm>
          <a:prstGeom prst="line">
            <a:avLst/>
          </a:prstGeom>
          <a:noFill/>
          <a:ln w="12700">
            <a:solidFill>
              <a:srgbClr val="CC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9465" name="Line 15"/>
          <p:cNvSpPr>
            <a:spLocks noChangeShapeType="1"/>
          </p:cNvSpPr>
          <p:nvPr/>
        </p:nvSpPr>
        <p:spPr bwMode="auto">
          <a:xfrm flipV="1">
            <a:off x="1030288" y="3625850"/>
            <a:ext cx="1176337" cy="101600"/>
          </a:xfrm>
          <a:prstGeom prst="line">
            <a:avLst/>
          </a:prstGeom>
          <a:noFill/>
          <a:ln w="12700">
            <a:solidFill>
              <a:srgbClr val="CC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9466" name="Line 16"/>
          <p:cNvSpPr>
            <a:spLocks noChangeShapeType="1"/>
          </p:cNvSpPr>
          <p:nvPr/>
        </p:nvSpPr>
        <p:spPr bwMode="auto">
          <a:xfrm flipV="1">
            <a:off x="1046163" y="3756025"/>
            <a:ext cx="1304925" cy="28575"/>
          </a:xfrm>
          <a:prstGeom prst="line">
            <a:avLst/>
          </a:prstGeom>
          <a:noFill/>
          <a:ln w="12700">
            <a:solidFill>
              <a:srgbClr val="CC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9467" name="Line 17"/>
          <p:cNvSpPr>
            <a:spLocks noChangeShapeType="1"/>
          </p:cNvSpPr>
          <p:nvPr/>
        </p:nvSpPr>
        <p:spPr bwMode="auto">
          <a:xfrm>
            <a:off x="1060450" y="3784600"/>
            <a:ext cx="1465263" cy="174625"/>
          </a:xfrm>
          <a:prstGeom prst="line">
            <a:avLst/>
          </a:prstGeom>
          <a:noFill/>
          <a:ln w="12700">
            <a:solidFill>
              <a:srgbClr val="CC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9468" name="Line 18"/>
          <p:cNvSpPr>
            <a:spLocks noChangeShapeType="1"/>
          </p:cNvSpPr>
          <p:nvPr/>
        </p:nvSpPr>
        <p:spPr bwMode="auto">
          <a:xfrm flipV="1">
            <a:off x="1190625" y="3611563"/>
            <a:ext cx="987425" cy="246062"/>
          </a:xfrm>
          <a:prstGeom prst="line">
            <a:avLst/>
          </a:prstGeom>
          <a:noFill/>
          <a:ln w="12700">
            <a:solidFill>
              <a:srgbClr val="CC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9469" name="Line 19"/>
          <p:cNvSpPr>
            <a:spLocks noChangeShapeType="1"/>
          </p:cNvSpPr>
          <p:nvPr/>
        </p:nvSpPr>
        <p:spPr bwMode="auto">
          <a:xfrm flipV="1">
            <a:off x="1190625" y="3800475"/>
            <a:ext cx="1146175" cy="115888"/>
          </a:xfrm>
          <a:prstGeom prst="line">
            <a:avLst/>
          </a:prstGeom>
          <a:noFill/>
          <a:ln w="12700">
            <a:solidFill>
              <a:srgbClr val="CC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9470" name="Line 20"/>
          <p:cNvSpPr>
            <a:spLocks noChangeShapeType="1"/>
          </p:cNvSpPr>
          <p:nvPr/>
        </p:nvSpPr>
        <p:spPr bwMode="auto">
          <a:xfrm>
            <a:off x="1233488" y="3902075"/>
            <a:ext cx="1263650" cy="0"/>
          </a:xfrm>
          <a:prstGeom prst="line">
            <a:avLst/>
          </a:prstGeom>
          <a:noFill/>
          <a:ln w="12700">
            <a:solidFill>
              <a:srgbClr val="CC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20501" name="Group 21"/>
          <p:cNvGrpSpPr>
            <a:grpSpLocks/>
          </p:cNvGrpSpPr>
          <p:nvPr/>
        </p:nvGrpSpPr>
        <p:grpSpPr bwMode="auto">
          <a:xfrm>
            <a:off x="3163888" y="3525838"/>
            <a:ext cx="3554412" cy="522287"/>
            <a:chOff x="0" y="0"/>
            <a:chExt cx="2239" cy="329"/>
          </a:xfrm>
        </p:grpSpPr>
        <p:grpSp>
          <p:nvGrpSpPr>
            <p:cNvPr id="19484" name="Group 22"/>
            <p:cNvGrpSpPr>
              <a:grpSpLocks/>
            </p:cNvGrpSpPr>
            <p:nvPr/>
          </p:nvGrpSpPr>
          <p:grpSpPr bwMode="auto">
            <a:xfrm>
              <a:off x="992" y="0"/>
              <a:ext cx="192" cy="329"/>
              <a:chOff x="0" y="0"/>
              <a:chExt cx="192" cy="329"/>
            </a:xfrm>
          </p:grpSpPr>
          <p:sp>
            <p:nvSpPr>
              <p:cNvPr id="19493" name="Line 23"/>
              <p:cNvSpPr>
                <a:spLocks noChangeShapeType="1"/>
              </p:cNvSpPr>
              <p:nvPr/>
            </p:nvSpPr>
            <p:spPr bwMode="auto">
              <a:xfrm>
                <a:off x="0" y="0"/>
                <a:ext cx="0" cy="137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9494" name="Line 24"/>
              <p:cNvSpPr>
                <a:spLocks noChangeShapeType="1"/>
              </p:cNvSpPr>
              <p:nvPr/>
            </p:nvSpPr>
            <p:spPr bwMode="auto">
              <a:xfrm>
                <a:off x="96" y="96"/>
                <a:ext cx="0" cy="137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9495" name="Line 25"/>
              <p:cNvSpPr>
                <a:spLocks noChangeShapeType="1"/>
              </p:cNvSpPr>
              <p:nvPr/>
            </p:nvSpPr>
            <p:spPr bwMode="auto">
              <a:xfrm>
                <a:off x="192" y="192"/>
                <a:ext cx="0" cy="137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19485" name="Group 26"/>
            <p:cNvGrpSpPr>
              <a:grpSpLocks/>
            </p:cNvGrpSpPr>
            <p:nvPr/>
          </p:nvGrpSpPr>
          <p:grpSpPr bwMode="auto">
            <a:xfrm>
              <a:off x="2047" y="0"/>
              <a:ext cx="192" cy="329"/>
              <a:chOff x="0" y="0"/>
              <a:chExt cx="192" cy="329"/>
            </a:xfrm>
          </p:grpSpPr>
          <p:sp>
            <p:nvSpPr>
              <p:cNvPr id="19490" name="Line 27"/>
              <p:cNvSpPr>
                <a:spLocks noChangeShapeType="1"/>
              </p:cNvSpPr>
              <p:nvPr/>
            </p:nvSpPr>
            <p:spPr bwMode="auto">
              <a:xfrm>
                <a:off x="0" y="0"/>
                <a:ext cx="0" cy="137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9491" name="Line 28"/>
              <p:cNvSpPr>
                <a:spLocks noChangeShapeType="1"/>
              </p:cNvSpPr>
              <p:nvPr/>
            </p:nvSpPr>
            <p:spPr bwMode="auto">
              <a:xfrm>
                <a:off x="96" y="96"/>
                <a:ext cx="0" cy="137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9492" name="Line 29"/>
              <p:cNvSpPr>
                <a:spLocks noChangeShapeType="1"/>
              </p:cNvSpPr>
              <p:nvPr/>
            </p:nvSpPr>
            <p:spPr bwMode="auto">
              <a:xfrm>
                <a:off x="192" y="192"/>
                <a:ext cx="0" cy="137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9486" name="Line 30"/>
            <p:cNvSpPr>
              <a:spLocks noChangeShapeType="1"/>
            </p:cNvSpPr>
            <p:nvPr/>
          </p:nvSpPr>
          <p:spPr bwMode="auto">
            <a:xfrm>
              <a:off x="1061" y="17"/>
              <a:ext cx="923" cy="0"/>
            </a:xfrm>
            <a:prstGeom prst="line">
              <a:avLst/>
            </a:prstGeom>
            <a:noFill/>
            <a:ln w="12700">
              <a:solidFill>
                <a:srgbClr val="CC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487" name="Line 31"/>
            <p:cNvSpPr>
              <a:spLocks noChangeShapeType="1"/>
            </p:cNvSpPr>
            <p:nvPr/>
          </p:nvSpPr>
          <p:spPr bwMode="auto">
            <a:xfrm>
              <a:off x="1134" y="127"/>
              <a:ext cx="942" cy="0"/>
            </a:xfrm>
            <a:prstGeom prst="line">
              <a:avLst/>
            </a:prstGeom>
            <a:noFill/>
            <a:ln w="12700">
              <a:solidFill>
                <a:srgbClr val="CC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488" name="Line 32"/>
            <p:cNvSpPr>
              <a:spLocks noChangeShapeType="1"/>
            </p:cNvSpPr>
            <p:nvPr/>
          </p:nvSpPr>
          <p:spPr bwMode="auto">
            <a:xfrm>
              <a:off x="1244" y="209"/>
              <a:ext cx="942" cy="0"/>
            </a:xfrm>
            <a:prstGeom prst="line">
              <a:avLst/>
            </a:prstGeom>
            <a:noFill/>
            <a:ln w="12700">
              <a:solidFill>
                <a:srgbClr val="CC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489" name="AutoShape 33"/>
            <p:cNvSpPr>
              <a:spLocks noChangeArrowheads="1"/>
            </p:cNvSpPr>
            <p:nvPr/>
          </p:nvSpPr>
          <p:spPr bwMode="auto">
            <a:xfrm>
              <a:off x="0" y="63"/>
              <a:ext cx="695" cy="192"/>
            </a:xfrm>
            <a:prstGeom prst="rightArrow">
              <a:avLst>
                <a:gd name="adj1" fmla="val 50000"/>
                <a:gd name="adj2" fmla="val 90495"/>
              </a:avLst>
            </a:prstGeom>
            <a:solidFill>
              <a:srgbClr val="0033CC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120000"/>
                </a:lnSpc>
                <a:spcBef>
                  <a:spcPct val="20000"/>
                </a:spcBef>
                <a:buClr>
                  <a:srgbClr val="0000CC"/>
                </a:buClr>
                <a:buSzPct val="75000"/>
                <a:buFont typeface="Wingdings" pitchFamily="2" charset="2"/>
                <a:buChar char="l"/>
                <a:defRPr sz="3200" b="1">
                  <a:solidFill>
                    <a:srgbClr val="0000CC"/>
                  </a:solidFill>
                  <a:latin typeface="Garamond" pitchFamily="18" charset="0"/>
                </a:defRPr>
              </a:lvl1pPr>
              <a:lvl2pPr marL="742950" indent="-285750">
                <a:lnSpc>
                  <a:spcPct val="80000"/>
                </a:lnSpc>
                <a:spcBef>
                  <a:spcPct val="20000"/>
                </a:spcBef>
                <a:buClr>
                  <a:srgbClr val="0000CC"/>
                </a:buClr>
                <a:buSzPct val="75000"/>
                <a:buFont typeface="Wingdings" pitchFamily="2" charset="2"/>
                <a:buChar char="l"/>
                <a:defRPr sz="2800" b="1">
                  <a:solidFill>
                    <a:srgbClr val="0000CC"/>
                  </a:solidFill>
                  <a:latin typeface="Garamond" pitchFamily="18" charset="0"/>
                </a:defRPr>
              </a:lvl2pPr>
              <a:lvl3pPr marL="1143000" indent="-228600">
                <a:lnSpc>
                  <a:spcPct val="80000"/>
                </a:lnSpc>
                <a:spcBef>
                  <a:spcPct val="20000"/>
                </a:spcBef>
                <a:buClr>
                  <a:srgbClr val="0000CC"/>
                </a:buClr>
                <a:buSzPct val="75000"/>
                <a:buFont typeface="Wingdings" pitchFamily="2" charset="2"/>
                <a:buChar char="l"/>
                <a:defRPr sz="2400" b="1">
                  <a:solidFill>
                    <a:srgbClr val="0000FF"/>
                  </a:solidFill>
                  <a:latin typeface="Garamond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CC"/>
                </a:buClr>
                <a:buSzPct val="75000"/>
                <a:buFont typeface="Wingdings" pitchFamily="2" charset="2"/>
                <a:buChar char="l"/>
                <a:defRPr sz="2000" b="1">
                  <a:solidFill>
                    <a:srgbClr val="0000CC"/>
                  </a:solidFill>
                  <a:latin typeface="Garamond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CC"/>
                </a:buClr>
                <a:buSzPct val="75000"/>
                <a:buFont typeface="Wingdings" pitchFamily="2" charset="2"/>
                <a:buChar char="l"/>
                <a:defRPr sz="2000" b="1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75000"/>
                <a:buFont typeface="Wingdings" pitchFamily="2" charset="2"/>
                <a:buChar char="l"/>
                <a:defRPr sz="2000" b="1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75000"/>
                <a:buFont typeface="Wingdings" pitchFamily="2" charset="2"/>
                <a:buChar char="l"/>
                <a:defRPr sz="2000" b="1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75000"/>
                <a:buFont typeface="Wingdings" pitchFamily="2" charset="2"/>
                <a:buChar char="l"/>
                <a:defRPr sz="2000" b="1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75000"/>
                <a:buFont typeface="Wingdings" pitchFamily="2" charset="2"/>
                <a:buChar char="l"/>
                <a:defRPr sz="2000" b="1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 typeface="Arial" pitchFamily="34" charset="0"/>
                <a:buNone/>
              </a:pPr>
              <a:endParaRPr lang="zh-CN" altLang="en-US" sz="2400" b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</p:grpSp>
      <p:sp>
        <p:nvSpPr>
          <p:cNvPr id="19472" name="Text Box 34"/>
          <p:cNvSpPr txBox="1">
            <a:spLocks noChangeArrowheads="1"/>
          </p:cNvSpPr>
          <p:nvPr/>
        </p:nvSpPr>
        <p:spPr bwMode="auto">
          <a:xfrm>
            <a:off x="2922588" y="3270250"/>
            <a:ext cx="11493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120000"/>
              </a:lnSpc>
              <a:spcBef>
                <a:spcPct val="20000"/>
              </a:spcBef>
              <a:buClr>
                <a:srgbClr val="0000CC"/>
              </a:buClr>
              <a:buSzPct val="75000"/>
              <a:buFont typeface="Wingdings" pitchFamily="2" charset="2"/>
              <a:buChar char="l"/>
              <a:defRPr sz="3200" b="1">
                <a:solidFill>
                  <a:srgbClr val="0000CC"/>
                </a:solidFill>
                <a:latin typeface="Garamond" pitchFamily="18" charset="0"/>
              </a:defRPr>
            </a:lvl1pPr>
            <a:lvl2pPr marL="742950" indent="-285750">
              <a:lnSpc>
                <a:spcPct val="80000"/>
              </a:lnSpc>
              <a:spcBef>
                <a:spcPct val="20000"/>
              </a:spcBef>
              <a:buClr>
                <a:srgbClr val="0000CC"/>
              </a:buClr>
              <a:buSzPct val="75000"/>
              <a:buFont typeface="Wingdings" pitchFamily="2" charset="2"/>
              <a:buChar char="l"/>
              <a:defRPr sz="2800" b="1">
                <a:solidFill>
                  <a:srgbClr val="0000CC"/>
                </a:solidFill>
                <a:latin typeface="Garamond" pitchFamily="18" charset="0"/>
              </a:defRPr>
            </a:lvl2pPr>
            <a:lvl3pPr marL="1143000" indent="-228600">
              <a:lnSpc>
                <a:spcPct val="80000"/>
              </a:lnSpc>
              <a:spcBef>
                <a:spcPct val="20000"/>
              </a:spcBef>
              <a:buClr>
                <a:srgbClr val="0000CC"/>
              </a:buClr>
              <a:buSzPct val="75000"/>
              <a:buFont typeface="Wingdings" pitchFamily="2" charset="2"/>
              <a:buChar char="l"/>
              <a:defRPr sz="2400" b="1">
                <a:solidFill>
                  <a:srgbClr val="0000FF"/>
                </a:solidFill>
                <a:latin typeface="Garamond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0000CC"/>
              </a:buClr>
              <a:buSzPct val="75000"/>
              <a:buFont typeface="Wingdings" pitchFamily="2" charset="2"/>
              <a:buChar char="l"/>
              <a:defRPr sz="2000" b="1">
                <a:solidFill>
                  <a:srgbClr val="0000CC"/>
                </a:solidFill>
                <a:latin typeface="Garamond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0000CC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 typeface="Arial" pitchFamily="34" charset="0"/>
              <a:buNone/>
            </a:pPr>
            <a:r>
              <a:rPr lang="en-US" altLang="zh-CN" sz="2000" b="0">
                <a:latin typeface="Times New Roman" pitchFamily="18" charset="0"/>
                <a:ea typeface="宋体" pitchFamily="2" charset="-122"/>
              </a:rPr>
              <a:t>H=U</a:t>
            </a:r>
            <a:r>
              <a:rPr lang="en-US" altLang="zh-CN" sz="2000" b="0">
                <a:latin typeface="Symbol" pitchFamily="18" charset="2"/>
                <a:ea typeface="宋体" pitchFamily="2" charset="-122"/>
              </a:rPr>
              <a:t>S</a:t>
            </a:r>
            <a:r>
              <a:rPr lang="en-US" altLang="zh-CN" sz="2000" b="0">
                <a:latin typeface="Times New Roman" pitchFamily="18" charset="0"/>
                <a:ea typeface="宋体" pitchFamily="2" charset="-122"/>
              </a:rPr>
              <a:t>V</a:t>
            </a:r>
            <a:r>
              <a:rPr lang="en-US" altLang="zh-CN" sz="2000" b="0" baseline="30000">
                <a:latin typeface="Times New Roman" pitchFamily="18" charset="0"/>
                <a:ea typeface="宋体" pitchFamily="2" charset="-122"/>
              </a:rPr>
              <a:t>H</a:t>
            </a:r>
          </a:p>
        </p:txBody>
      </p:sp>
      <p:sp>
        <p:nvSpPr>
          <p:cNvPr id="19473" name="Text Box 35"/>
          <p:cNvSpPr txBox="1">
            <a:spLocks noChangeArrowheads="1"/>
          </p:cNvSpPr>
          <p:nvPr/>
        </p:nvSpPr>
        <p:spPr bwMode="auto">
          <a:xfrm>
            <a:off x="944563" y="3155950"/>
            <a:ext cx="10509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120000"/>
              </a:lnSpc>
              <a:spcBef>
                <a:spcPct val="20000"/>
              </a:spcBef>
              <a:buClr>
                <a:srgbClr val="0000CC"/>
              </a:buClr>
              <a:buSzPct val="75000"/>
              <a:buFont typeface="Wingdings" pitchFamily="2" charset="2"/>
              <a:buChar char="l"/>
              <a:defRPr sz="3200" b="1">
                <a:solidFill>
                  <a:srgbClr val="0000CC"/>
                </a:solidFill>
                <a:latin typeface="Garamond" pitchFamily="18" charset="0"/>
              </a:defRPr>
            </a:lvl1pPr>
            <a:lvl2pPr marL="742950" indent="-285750">
              <a:lnSpc>
                <a:spcPct val="80000"/>
              </a:lnSpc>
              <a:spcBef>
                <a:spcPct val="20000"/>
              </a:spcBef>
              <a:buClr>
                <a:srgbClr val="0000CC"/>
              </a:buClr>
              <a:buSzPct val="75000"/>
              <a:buFont typeface="Wingdings" pitchFamily="2" charset="2"/>
              <a:buChar char="l"/>
              <a:defRPr sz="2800" b="1">
                <a:solidFill>
                  <a:srgbClr val="0000CC"/>
                </a:solidFill>
                <a:latin typeface="Garamond" pitchFamily="18" charset="0"/>
              </a:defRPr>
            </a:lvl2pPr>
            <a:lvl3pPr marL="1143000" indent="-228600">
              <a:lnSpc>
                <a:spcPct val="80000"/>
              </a:lnSpc>
              <a:spcBef>
                <a:spcPct val="20000"/>
              </a:spcBef>
              <a:buClr>
                <a:srgbClr val="0000CC"/>
              </a:buClr>
              <a:buSzPct val="75000"/>
              <a:buFont typeface="Wingdings" pitchFamily="2" charset="2"/>
              <a:buChar char="l"/>
              <a:defRPr sz="2400" b="1">
                <a:solidFill>
                  <a:srgbClr val="0000FF"/>
                </a:solidFill>
                <a:latin typeface="Garamond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0000CC"/>
              </a:buClr>
              <a:buSzPct val="75000"/>
              <a:buFont typeface="Wingdings" pitchFamily="2" charset="2"/>
              <a:buChar char="l"/>
              <a:defRPr sz="2000" b="1">
                <a:solidFill>
                  <a:srgbClr val="0000CC"/>
                </a:solidFill>
                <a:latin typeface="Garamond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0000CC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 typeface="Arial" pitchFamily="34" charset="0"/>
              <a:buNone/>
            </a:pPr>
            <a:r>
              <a:rPr lang="en-US" altLang="zh-CN" sz="2000" i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y=Hx+n</a:t>
            </a:r>
          </a:p>
        </p:txBody>
      </p:sp>
      <p:sp>
        <p:nvSpPr>
          <p:cNvPr id="19474" name="Text Box 36"/>
          <p:cNvSpPr txBox="1">
            <a:spLocks noChangeArrowheads="1"/>
          </p:cNvSpPr>
          <p:nvPr/>
        </p:nvSpPr>
        <p:spPr bwMode="auto">
          <a:xfrm>
            <a:off x="4964113" y="3103563"/>
            <a:ext cx="1068387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120000"/>
              </a:lnSpc>
              <a:spcBef>
                <a:spcPct val="20000"/>
              </a:spcBef>
              <a:buClr>
                <a:srgbClr val="0000CC"/>
              </a:buClr>
              <a:buSzPct val="75000"/>
              <a:buFont typeface="Wingdings" pitchFamily="2" charset="2"/>
              <a:buChar char="l"/>
              <a:defRPr sz="3200" b="1">
                <a:solidFill>
                  <a:srgbClr val="0000CC"/>
                </a:solidFill>
                <a:latin typeface="Garamond" pitchFamily="18" charset="0"/>
              </a:defRPr>
            </a:lvl1pPr>
            <a:lvl2pPr marL="742950" indent="-285750">
              <a:lnSpc>
                <a:spcPct val="80000"/>
              </a:lnSpc>
              <a:spcBef>
                <a:spcPct val="20000"/>
              </a:spcBef>
              <a:buClr>
                <a:srgbClr val="0000CC"/>
              </a:buClr>
              <a:buSzPct val="75000"/>
              <a:buFont typeface="Wingdings" pitchFamily="2" charset="2"/>
              <a:buChar char="l"/>
              <a:defRPr sz="2800" b="1">
                <a:solidFill>
                  <a:srgbClr val="0000CC"/>
                </a:solidFill>
                <a:latin typeface="Garamond" pitchFamily="18" charset="0"/>
              </a:defRPr>
            </a:lvl2pPr>
            <a:lvl3pPr marL="1143000" indent="-228600">
              <a:lnSpc>
                <a:spcPct val="80000"/>
              </a:lnSpc>
              <a:spcBef>
                <a:spcPct val="20000"/>
              </a:spcBef>
              <a:buClr>
                <a:srgbClr val="0000CC"/>
              </a:buClr>
              <a:buSzPct val="75000"/>
              <a:buFont typeface="Wingdings" pitchFamily="2" charset="2"/>
              <a:buChar char="l"/>
              <a:defRPr sz="2400" b="1">
                <a:solidFill>
                  <a:srgbClr val="0000FF"/>
                </a:solidFill>
                <a:latin typeface="Garamond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0000CC"/>
              </a:buClr>
              <a:buSzPct val="75000"/>
              <a:buFont typeface="Wingdings" pitchFamily="2" charset="2"/>
              <a:buChar char="l"/>
              <a:defRPr sz="2000" b="1">
                <a:solidFill>
                  <a:srgbClr val="0000CC"/>
                </a:solidFill>
                <a:latin typeface="Garamond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0000CC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 typeface="Arial" pitchFamily="34" charset="0"/>
              <a:buNone/>
            </a:pPr>
            <a:r>
              <a:rPr lang="en-US" altLang="zh-CN" sz="2000" i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y=</a:t>
            </a:r>
            <a:r>
              <a:rPr lang="en-US" altLang="zh-CN" sz="2000" i="1">
                <a:solidFill>
                  <a:srgbClr val="000000"/>
                </a:solidFill>
                <a:latin typeface="Symbol" pitchFamily="18" charset="2"/>
                <a:ea typeface="宋体" pitchFamily="2" charset="-122"/>
              </a:rPr>
              <a:t>S </a:t>
            </a:r>
            <a:r>
              <a:rPr lang="en-US" altLang="zh-CN" sz="2000" i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x+n</a:t>
            </a:r>
          </a:p>
        </p:txBody>
      </p:sp>
      <p:sp>
        <p:nvSpPr>
          <p:cNvPr id="19475" name="Text Box 37"/>
          <p:cNvSpPr txBox="1">
            <a:spLocks noChangeArrowheads="1"/>
          </p:cNvSpPr>
          <p:nvPr/>
        </p:nvSpPr>
        <p:spPr bwMode="auto">
          <a:xfrm>
            <a:off x="4964113" y="2986088"/>
            <a:ext cx="31591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120000"/>
              </a:lnSpc>
              <a:spcBef>
                <a:spcPct val="20000"/>
              </a:spcBef>
              <a:buClr>
                <a:srgbClr val="0000CC"/>
              </a:buClr>
              <a:buSzPct val="75000"/>
              <a:buFont typeface="Wingdings" pitchFamily="2" charset="2"/>
              <a:buChar char="l"/>
              <a:defRPr sz="3200" b="1">
                <a:solidFill>
                  <a:srgbClr val="0000CC"/>
                </a:solidFill>
                <a:latin typeface="Garamond" pitchFamily="18" charset="0"/>
              </a:defRPr>
            </a:lvl1pPr>
            <a:lvl2pPr marL="742950" indent="-285750">
              <a:lnSpc>
                <a:spcPct val="80000"/>
              </a:lnSpc>
              <a:spcBef>
                <a:spcPct val="20000"/>
              </a:spcBef>
              <a:buClr>
                <a:srgbClr val="0000CC"/>
              </a:buClr>
              <a:buSzPct val="75000"/>
              <a:buFont typeface="Wingdings" pitchFamily="2" charset="2"/>
              <a:buChar char="l"/>
              <a:defRPr sz="2800" b="1">
                <a:solidFill>
                  <a:srgbClr val="0000CC"/>
                </a:solidFill>
                <a:latin typeface="Garamond" pitchFamily="18" charset="0"/>
              </a:defRPr>
            </a:lvl2pPr>
            <a:lvl3pPr marL="1143000" indent="-228600">
              <a:lnSpc>
                <a:spcPct val="80000"/>
              </a:lnSpc>
              <a:spcBef>
                <a:spcPct val="20000"/>
              </a:spcBef>
              <a:buClr>
                <a:srgbClr val="0000CC"/>
              </a:buClr>
              <a:buSzPct val="75000"/>
              <a:buFont typeface="Wingdings" pitchFamily="2" charset="2"/>
              <a:buChar char="l"/>
              <a:defRPr sz="2400" b="1">
                <a:solidFill>
                  <a:srgbClr val="0000FF"/>
                </a:solidFill>
                <a:latin typeface="Garamond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0000CC"/>
              </a:buClr>
              <a:buSzPct val="75000"/>
              <a:buFont typeface="Wingdings" pitchFamily="2" charset="2"/>
              <a:buChar char="l"/>
              <a:defRPr sz="2000" b="1">
                <a:solidFill>
                  <a:srgbClr val="0000CC"/>
                </a:solidFill>
                <a:latin typeface="Garamond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0000CC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 typeface="Arial" pitchFamily="34" charset="0"/>
              <a:buNone/>
            </a:pPr>
            <a:r>
              <a:rPr lang="en-US" altLang="zh-CN" sz="200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~</a:t>
            </a:r>
          </a:p>
        </p:txBody>
      </p:sp>
      <p:sp>
        <p:nvSpPr>
          <p:cNvPr id="19476" name="Text Box 38"/>
          <p:cNvSpPr txBox="1">
            <a:spLocks noChangeArrowheads="1"/>
          </p:cNvSpPr>
          <p:nvPr/>
        </p:nvSpPr>
        <p:spPr bwMode="auto">
          <a:xfrm>
            <a:off x="5727700" y="2986088"/>
            <a:ext cx="31591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120000"/>
              </a:lnSpc>
              <a:spcBef>
                <a:spcPct val="20000"/>
              </a:spcBef>
              <a:buClr>
                <a:srgbClr val="0000CC"/>
              </a:buClr>
              <a:buSzPct val="75000"/>
              <a:buFont typeface="Wingdings" pitchFamily="2" charset="2"/>
              <a:buChar char="l"/>
              <a:defRPr sz="3200" b="1">
                <a:solidFill>
                  <a:srgbClr val="0000CC"/>
                </a:solidFill>
                <a:latin typeface="Garamond" pitchFamily="18" charset="0"/>
              </a:defRPr>
            </a:lvl1pPr>
            <a:lvl2pPr marL="742950" indent="-285750">
              <a:lnSpc>
                <a:spcPct val="80000"/>
              </a:lnSpc>
              <a:spcBef>
                <a:spcPct val="20000"/>
              </a:spcBef>
              <a:buClr>
                <a:srgbClr val="0000CC"/>
              </a:buClr>
              <a:buSzPct val="75000"/>
              <a:buFont typeface="Wingdings" pitchFamily="2" charset="2"/>
              <a:buChar char="l"/>
              <a:defRPr sz="2800" b="1">
                <a:solidFill>
                  <a:srgbClr val="0000CC"/>
                </a:solidFill>
                <a:latin typeface="Garamond" pitchFamily="18" charset="0"/>
              </a:defRPr>
            </a:lvl2pPr>
            <a:lvl3pPr marL="1143000" indent="-228600">
              <a:lnSpc>
                <a:spcPct val="80000"/>
              </a:lnSpc>
              <a:spcBef>
                <a:spcPct val="20000"/>
              </a:spcBef>
              <a:buClr>
                <a:srgbClr val="0000CC"/>
              </a:buClr>
              <a:buSzPct val="75000"/>
              <a:buFont typeface="Wingdings" pitchFamily="2" charset="2"/>
              <a:buChar char="l"/>
              <a:defRPr sz="2400" b="1">
                <a:solidFill>
                  <a:srgbClr val="0000FF"/>
                </a:solidFill>
                <a:latin typeface="Garamond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0000CC"/>
              </a:buClr>
              <a:buSzPct val="75000"/>
              <a:buFont typeface="Wingdings" pitchFamily="2" charset="2"/>
              <a:buChar char="l"/>
              <a:defRPr sz="2000" b="1">
                <a:solidFill>
                  <a:srgbClr val="0000CC"/>
                </a:solidFill>
                <a:latin typeface="Garamond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0000CC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 typeface="Arial" pitchFamily="34" charset="0"/>
              <a:buNone/>
            </a:pPr>
            <a:r>
              <a:rPr lang="en-US" altLang="zh-CN" sz="200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~</a:t>
            </a:r>
          </a:p>
        </p:txBody>
      </p:sp>
      <p:sp>
        <p:nvSpPr>
          <p:cNvPr id="19477" name="Text Box 39"/>
          <p:cNvSpPr txBox="1">
            <a:spLocks noChangeArrowheads="1"/>
          </p:cNvSpPr>
          <p:nvPr/>
        </p:nvSpPr>
        <p:spPr bwMode="auto">
          <a:xfrm>
            <a:off x="6848728" y="3460750"/>
            <a:ext cx="1241045" cy="400110"/>
          </a:xfrm>
          <a:prstGeom prst="rect">
            <a:avLst/>
          </a:prstGeom>
          <a:noFill/>
          <a:ln w="12700">
            <a:solidFill>
              <a:srgbClr val="CC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lnSpc>
                <a:spcPct val="120000"/>
              </a:lnSpc>
              <a:spcBef>
                <a:spcPct val="20000"/>
              </a:spcBef>
              <a:buClr>
                <a:srgbClr val="0000CC"/>
              </a:buClr>
              <a:buSzPct val="75000"/>
              <a:buFont typeface="Wingdings" pitchFamily="2" charset="2"/>
              <a:buChar char="l"/>
              <a:defRPr sz="3200" b="1">
                <a:solidFill>
                  <a:srgbClr val="0000CC"/>
                </a:solidFill>
                <a:latin typeface="Garamond" pitchFamily="18" charset="0"/>
              </a:defRPr>
            </a:lvl1pPr>
            <a:lvl2pPr marL="742950" indent="-285750">
              <a:lnSpc>
                <a:spcPct val="80000"/>
              </a:lnSpc>
              <a:spcBef>
                <a:spcPct val="20000"/>
              </a:spcBef>
              <a:buClr>
                <a:srgbClr val="0000CC"/>
              </a:buClr>
              <a:buSzPct val="75000"/>
              <a:buFont typeface="Wingdings" pitchFamily="2" charset="2"/>
              <a:buChar char="l"/>
              <a:defRPr sz="2800" b="1">
                <a:solidFill>
                  <a:srgbClr val="0000CC"/>
                </a:solidFill>
                <a:latin typeface="Garamond" pitchFamily="18" charset="0"/>
              </a:defRPr>
            </a:lvl2pPr>
            <a:lvl3pPr marL="1143000" indent="-228600">
              <a:lnSpc>
                <a:spcPct val="80000"/>
              </a:lnSpc>
              <a:spcBef>
                <a:spcPct val="20000"/>
              </a:spcBef>
              <a:buClr>
                <a:srgbClr val="0000CC"/>
              </a:buClr>
              <a:buSzPct val="75000"/>
              <a:buFont typeface="Wingdings" pitchFamily="2" charset="2"/>
              <a:buChar char="l"/>
              <a:defRPr sz="2400" b="1">
                <a:solidFill>
                  <a:srgbClr val="0000FF"/>
                </a:solidFill>
                <a:latin typeface="Garamond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0000CC"/>
              </a:buClr>
              <a:buSzPct val="75000"/>
              <a:buFont typeface="Wingdings" pitchFamily="2" charset="2"/>
              <a:buChar char="l"/>
              <a:defRPr sz="2000" b="1">
                <a:solidFill>
                  <a:srgbClr val="0000CC"/>
                </a:solidFill>
                <a:latin typeface="Garamond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0000CC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 typeface="Arial" pitchFamily="34" charset="0"/>
              <a:buNone/>
            </a:pPr>
            <a:r>
              <a:rPr lang="en-US" altLang="zh-CN" sz="2000" b="0" i="1" dirty="0" err="1" smtClean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y</a:t>
            </a:r>
            <a:r>
              <a:rPr lang="en-US" altLang="zh-CN" sz="2000" b="0" i="1" baseline="-25000" dirty="0" err="1" smtClean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i</a:t>
            </a:r>
            <a:r>
              <a:rPr lang="en-US" altLang="zh-CN" sz="2000" b="0" i="1" dirty="0" smtClean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=</a:t>
            </a:r>
            <a:r>
              <a:rPr lang="en-US" altLang="zh-CN" sz="2000" b="0" i="1" dirty="0" err="1" smtClean="0">
                <a:solidFill>
                  <a:srgbClr val="000000"/>
                </a:solidFill>
                <a:latin typeface="Symbol" pitchFamily="18" charset="2"/>
                <a:ea typeface="宋体" pitchFamily="2" charset="-122"/>
              </a:rPr>
              <a:t>s</a:t>
            </a:r>
            <a:r>
              <a:rPr lang="en-US" altLang="zh-CN" sz="2000" b="0" i="1" baseline="-25000" dirty="0" err="1" smtClean="0">
                <a:solidFill>
                  <a:srgbClr val="000000"/>
                </a:solidFill>
                <a:latin typeface="Symbol" pitchFamily="18" charset="2"/>
                <a:ea typeface="宋体" pitchFamily="2" charset="-122"/>
              </a:rPr>
              <a:t>i</a:t>
            </a:r>
            <a:r>
              <a:rPr lang="en-US" altLang="zh-CN" sz="2000" b="0" i="1" dirty="0" err="1" smtClean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x</a:t>
            </a:r>
            <a:r>
              <a:rPr lang="en-US" altLang="zh-CN" sz="2000" b="0" i="1" baseline="-25000" dirty="0" err="1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i</a:t>
            </a:r>
            <a:r>
              <a:rPr lang="en-US" altLang="zh-CN" sz="2000" b="0" i="1" dirty="0" err="1" smtClean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+n</a:t>
            </a:r>
            <a:r>
              <a:rPr lang="en-US" altLang="zh-CN" sz="2000" b="0" i="1" baseline="-25000" dirty="0" err="1" smtClean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i</a:t>
            </a:r>
            <a:endParaRPr lang="en-US" altLang="zh-CN" sz="2000" b="0" i="1" baseline="-25000" dirty="0">
              <a:solidFill>
                <a:srgbClr val="000000"/>
              </a:solidFill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19478" name="Text Box 40"/>
          <p:cNvSpPr txBox="1">
            <a:spLocks noChangeArrowheads="1"/>
          </p:cNvSpPr>
          <p:nvPr/>
        </p:nvSpPr>
        <p:spPr bwMode="auto">
          <a:xfrm>
            <a:off x="6824663" y="3382963"/>
            <a:ext cx="31591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120000"/>
              </a:lnSpc>
              <a:spcBef>
                <a:spcPct val="20000"/>
              </a:spcBef>
              <a:buClr>
                <a:srgbClr val="0000CC"/>
              </a:buClr>
              <a:buSzPct val="75000"/>
              <a:buFont typeface="Wingdings" pitchFamily="2" charset="2"/>
              <a:buChar char="l"/>
              <a:defRPr sz="3200" b="1">
                <a:solidFill>
                  <a:srgbClr val="0000CC"/>
                </a:solidFill>
                <a:latin typeface="Garamond" pitchFamily="18" charset="0"/>
              </a:defRPr>
            </a:lvl1pPr>
            <a:lvl2pPr marL="742950" indent="-285750">
              <a:lnSpc>
                <a:spcPct val="80000"/>
              </a:lnSpc>
              <a:spcBef>
                <a:spcPct val="20000"/>
              </a:spcBef>
              <a:buClr>
                <a:srgbClr val="0000CC"/>
              </a:buClr>
              <a:buSzPct val="75000"/>
              <a:buFont typeface="Wingdings" pitchFamily="2" charset="2"/>
              <a:buChar char="l"/>
              <a:defRPr sz="2800" b="1">
                <a:solidFill>
                  <a:srgbClr val="0000CC"/>
                </a:solidFill>
                <a:latin typeface="Garamond" pitchFamily="18" charset="0"/>
              </a:defRPr>
            </a:lvl2pPr>
            <a:lvl3pPr marL="1143000" indent="-228600">
              <a:lnSpc>
                <a:spcPct val="80000"/>
              </a:lnSpc>
              <a:spcBef>
                <a:spcPct val="20000"/>
              </a:spcBef>
              <a:buClr>
                <a:srgbClr val="0000CC"/>
              </a:buClr>
              <a:buSzPct val="75000"/>
              <a:buFont typeface="Wingdings" pitchFamily="2" charset="2"/>
              <a:buChar char="l"/>
              <a:defRPr sz="2400" b="1">
                <a:solidFill>
                  <a:srgbClr val="0000FF"/>
                </a:solidFill>
                <a:latin typeface="Garamond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0000CC"/>
              </a:buClr>
              <a:buSzPct val="75000"/>
              <a:buFont typeface="Wingdings" pitchFamily="2" charset="2"/>
              <a:buChar char="l"/>
              <a:defRPr sz="2000" b="1">
                <a:solidFill>
                  <a:srgbClr val="0000CC"/>
                </a:solidFill>
                <a:latin typeface="Garamond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0000CC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 typeface="Arial" pitchFamily="34" charset="0"/>
              <a:buNone/>
            </a:pPr>
            <a:r>
              <a:rPr lang="en-US" altLang="zh-CN" sz="2000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~</a:t>
            </a:r>
          </a:p>
        </p:txBody>
      </p:sp>
      <p:sp>
        <p:nvSpPr>
          <p:cNvPr id="19479" name="Text Box 41"/>
          <p:cNvSpPr txBox="1">
            <a:spLocks noChangeArrowheads="1"/>
          </p:cNvSpPr>
          <p:nvPr/>
        </p:nvSpPr>
        <p:spPr bwMode="auto">
          <a:xfrm>
            <a:off x="7362825" y="3368675"/>
            <a:ext cx="31591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120000"/>
              </a:lnSpc>
              <a:spcBef>
                <a:spcPct val="20000"/>
              </a:spcBef>
              <a:buClr>
                <a:srgbClr val="0000CC"/>
              </a:buClr>
              <a:buSzPct val="75000"/>
              <a:buFont typeface="Wingdings" pitchFamily="2" charset="2"/>
              <a:buChar char="l"/>
              <a:defRPr sz="3200" b="1">
                <a:solidFill>
                  <a:srgbClr val="0000CC"/>
                </a:solidFill>
                <a:latin typeface="Garamond" pitchFamily="18" charset="0"/>
              </a:defRPr>
            </a:lvl1pPr>
            <a:lvl2pPr marL="742950" indent="-285750">
              <a:lnSpc>
                <a:spcPct val="80000"/>
              </a:lnSpc>
              <a:spcBef>
                <a:spcPct val="20000"/>
              </a:spcBef>
              <a:buClr>
                <a:srgbClr val="0000CC"/>
              </a:buClr>
              <a:buSzPct val="75000"/>
              <a:buFont typeface="Wingdings" pitchFamily="2" charset="2"/>
              <a:buChar char="l"/>
              <a:defRPr sz="2800" b="1">
                <a:solidFill>
                  <a:srgbClr val="0000CC"/>
                </a:solidFill>
                <a:latin typeface="Garamond" pitchFamily="18" charset="0"/>
              </a:defRPr>
            </a:lvl2pPr>
            <a:lvl3pPr marL="1143000" indent="-228600">
              <a:lnSpc>
                <a:spcPct val="80000"/>
              </a:lnSpc>
              <a:spcBef>
                <a:spcPct val="20000"/>
              </a:spcBef>
              <a:buClr>
                <a:srgbClr val="0000CC"/>
              </a:buClr>
              <a:buSzPct val="75000"/>
              <a:buFont typeface="Wingdings" pitchFamily="2" charset="2"/>
              <a:buChar char="l"/>
              <a:defRPr sz="2400" b="1">
                <a:solidFill>
                  <a:srgbClr val="0000FF"/>
                </a:solidFill>
                <a:latin typeface="Garamond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0000CC"/>
              </a:buClr>
              <a:buSzPct val="75000"/>
              <a:buFont typeface="Wingdings" pitchFamily="2" charset="2"/>
              <a:buChar char="l"/>
              <a:defRPr sz="2000" b="1">
                <a:solidFill>
                  <a:srgbClr val="0000CC"/>
                </a:solidFill>
                <a:latin typeface="Garamond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0000CC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 typeface="Arial" pitchFamily="34" charset="0"/>
              <a:buNone/>
            </a:pPr>
            <a:r>
              <a:rPr lang="en-US" altLang="zh-CN" sz="2000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~</a:t>
            </a:r>
          </a:p>
        </p:txBody>
      </p:sp>
      <p:sp>
        <p:nvSpPr>
          <p:cNvPr id="19480" name="Text Box 42"/>
          <p:cNvSpPr txBox="1">
            <a:spLocks noChangeArrowheads="1"/>
          </p:cNvSpPr>
          <p:nvPr/>
        </p:nvSpPr>
        <p:spPr bwMode="auto">
          <a:xfrm>
            <a:off x="7672388" y="3368675"/>
            <a:ext cx="31591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120000"/>
              </a:lnSpc>
              <a:spcBef>
                <a:spcPct val="20000"/>
              </a:spcBef>
              <a:buClr>
                <a:srgbClr val="0000CC"/>
              </a:buClr>
              <a:buSzPct val="75000"/>
              <a:buFont typeface="Wingdings" pitchFamily="2" charset="2"/>
              <a:buChar char="l"/>
              <a:defRPr sz="3200" b="1">
                <a:solidFill>
                  <a:srgbClr val="0000CC"/>
                </a:solidFill>
                <a:latin typeface="Garamond" pitchFamily="18" charset="0"/>
              </a:defRPr>
            </a:lvl1pPr>
            <a:lvl2pPr marL="742950" indent="-285750">
              <a:lnSpc>
                <a:spcPct val="80000"/>
              </a:lnSpc>
              <a:spcBef>
                <a:spcPct val="20000"/>
              </a:spcBef>
              <a:buClr>
                <a:srgbClr val="0000CC"/>
              </a:buClr>
              <a:buSzPct val="75000"/>
              <a:buFont typeface="Wingdings" pitchFamily="2" charset="2"/>
              <a:buChar char="l"/>
              <a:defRPr sz="2800" b="1">
                <a:solidFill>
                  <a:srgbClr val="0000CC"/>
                </a:solidFill>
                <a:latin typeface="Garamond" pitchFamily="18" charset="0"/>
              </a:defRPr>
            </a:lvl2pPr>
            <a:lvl3pPr marL="1143000" indent="-228600">
              <a:lnSpc>
                <a:spcPct val="80000"/>
              </a:lnSpc>
              <a:spcBef>
                <a:spcPct val="20000"/>
              </a:spcBef>
              <a:buClr>
                <a:srgbClr val="0000CC"/>
              </a:buClr>
              <a:buSzPct val="75000"/>
              <a:buFont typeface="Wingdings" pitchFamily="2" charset="2"/>
              <a:buChar char="l"/>
              <a:defRPr sz="2400" b="1">
                <a:solidFill>
                  <a:srgbClr val="0000FF"/>
                </a:solidFill>
                <a:latin typeface="Garamond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0000CC"/>
              </a:buClr>
              <a:buSzPct val="75000"/>
              <a:buFont typeface="Wingdings" pitchFamily="2" charset="2"/>
              <a:buChar char="l"/>
              <a:defRPr sz="2000" b="1">
                <a:solidFill>
                  <a:srgbClr val="0000CC"/>
                </a:solidFill>
                <a:latin typeface="Garamond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0000CC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 typeface="Arial" pitchFamily="34" charset="0"/>
              <a:buNone/>
            </a:pPr>
            <a:r>
              <a:rPr lang="en-US" altLang="zh-CN" sz="200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~</a:t>
            </a:r>
          </a:p>
        </p:txBody>
      </p:sp>
      <p:sp>
        <p:nvSpPr>
          <p:cNvPr id="19481" name="Text Box 43"/>
          <p:cNvSpPr txBox="1">
            <a:spLocks noChangeArrowheads="1"/>
          </p:cNvSpPr>
          <p:nvPr/>
        </p:nvSpPr>
        <p:spPr bwMode="auto">
          <a:xfrm>
            <a:off x="5454650" y="2986088"/>
            <a:ext cx="31591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120000"/>
              </a:lnSpc>
              <a:spcBef>
                <a:spcPct val="20000"/>
              </a:spcBef>
              <a:buClr>
                <a:srgbClr val="0000CC"/>
              </a:buClr>
              <a:buSzPct val="75000"/>
              <a:buFont typeface="Wingdings" pitchFamily="2" charset="2"/>
              <a:buChar char="l"/>
              <a:defRPr sz="3200" b="1">
                <a:solidFill>
                  <a:srgbClr val="0000CC"/>
                </a:solidFill>
                <a:latin typeface="Garamond" pitchFamily="18" charset="0"/>
              </a:defRPr>
            </a:lvl1pPr>
            <a:lvl2pPr marL="742950" indent="-285750">
              <a:lnSpc>
                <a:spcPct val="80000"/>
              </a:lnSpc>
              <a:spcBef>
                <a:spcPct val="20000"/>
              </a:spcBef>
              <a:buClr>
                <a:srgbClr val="0000CC"/>
              </a:buClr>
              <a:buSzPct val="75000"/>
              <a:buFont typeface="Wingdings" pitchFamily="2" charset="2"/>
              <a:buChar char="l"/>
              <a:defRPr sz="2800" b="1">
                <a:solidFill>
                  <a:srgbClr val="0000CC"/>
                </a:solidFill>
                <a:latin typeface="Garamond" pitchFamily="18" charset="0"/>
              </a:defRPr>
            </a:lvl2pPr>
            <a:lvl3pPr marL="1143000" indent="-228600">
              <a:lnSpc>
                <a:spcPct val="80000"/>
              </a:lnSpc>
              <a:spcBef>
                <a:spcPct val="20000"/>
              </a:spcBef>
              <a:buClr>
                <a:srgbClr val="0000CC"/>
              </a:buClr>
              <a:buSzPct val="75000"/>
              <a:buFont typeface="Wingdings" pitchFamily="2" charset="2"/>
              <a:buChar char="l"/>
              <a:defRPr sz="2400" b="1">
                <a:solidFill>
                  <a:srgbClr val="0000FF"/>
                </a:solidFill>
                <a:latin typeface="Garamond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0000CC"/>
              </a:buClr>
              <a:buSzPct val="75000"/>
              <a:buFont typeface="Wingdings" pitchFamily="2" charset="2"/>
              <a:buChar char="l"/>
              <a:defRPr sz="2000" b="1">
                <a:solidFill>
                  <a:srgbClr val="0000CC"/>
                </a:solidFill>
                <a:latin typeface="Garamond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0000CC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 typeface="Arial" pitchFamily="34" charset="0"/>
              <a:buNone/>
            </a:pPr>
            <a:r>
              <a:rPr lang="en-US" altLang="zh-CN" sz="200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~</a:t>
            </a:r>
          </a:p>
        </p:txBody>
      </p:sp>
      <p:sp>
        <p:nvSpPr>
          <p:cNvPr id="19482" name="Text Box 44"/>
          <p:cNvSpPr txBox="1">
            <a:spLocks noChangeArrowheads="1"/>
          </p:cNvSpPr>
          <p:nvPr/>
        </p:nvSpPr>
        <p:spPr bwMode="auto">
          <a:xfrm>
            <a:off x="1773238" y="2305050"/>
            <a:ext cx="31591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120000"/>
              </a:lnSpc>
              <a:spcBef>
                <a:spcPct val="20000"/>
              </a:spcBef>
              <a:buClr>
                <a:srgbClr val="0000CC"/>
              </a:buClr>
              <a:buSzPct val="75000"/>
              <a:buFont typeface="Wingdings" pitchFamily="2" charset="2"/>
              <a:buChar char="l"/>
              <a:defRPr sz="3200" b="1">
                <a:solidFill>
                  <a:srgbClr val="0000CC"/>
                </a:solidFill>
                <a:latin typeface="Garamond" pitchFamily="18" charset="0"/>
              </a:defRPr>
            </a:lvl1pPr>
            <a:lvl2pPr marL="742950" indent="-285750">
              <a:lnSpc>
                <a:spcPct val="80000"/>
              </a:lnSpc>
              <a:spcBef>
                <a:spcPct val="20000"/>
              </a:spcBef>
              <a:buClr>
                <a:srgbClr val="0000CC"/>
              </a:buClr>
              <a:buSzPct val="75000"/>
              <a:buFont typeface="Wingdings" pitchFamily="2" charset="2"/>
              <a:buChar char="l"/>
              <a:defRPr sz="2800" b="1">
                <a:solidFill>
                  <a:srgbClr val="0000CC"/>
                </a:solidFill>
                <a:latin typeface="Garamond" pitchFamily="18" charset="0"/>
              </a:defRPr>
            </a:lvl2pPr>
            <a:lvl3pPr marL="1143000" indent="-228600">
              <a:lnSpc>
                <a:spcPct val="80000"/>
              </a:lnSpc>
              <a:spcBef>
                <a:spcPct val="20000"/>
              </a:spcBef>
              <a:buClr>
                <a:srgbClr val="0000CC"/>
              </a:buClr>
              <a:buSzPct val="75000"/>
              <a:buFont typeface="Wingdings" pitchFamily="2" charset="2"/>
              <a:buChar char="l"/>
              <a:defRPr sz="2400" b="1">
                <a:solidFill>
                  <a:srgbClr val="0000FF"/>
                </a:solidFill>
                <a:latin typeface="Garamond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0000CC"/>
              </a:buClr>
              <a:buSzPct val="75000"/>
              <a:buFont typeface="Wingdings" pitchFamily="2" charset="2"/>
              <a:buChar char="l"/>
              <a:defRPr sz="2000" b="1">
                <a:solidFill>
                  <a:srgbClr val="0000CC"/>
                </a:solidFill>
                <a:latin typeface="Garamond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0000CC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 typeface="Arial" pitchFamily="34" charset="0"/>
              <a:buNone/>
            </a:pPr>
            <a:r>
              <a:rPr lang="en-US" altLang="zh-CN" sz="2000">
                <a:latin typeface="Times New Roman" pitchFamily="18" charset="0"/>
                <a:ea typeface="宋体" pitchFamily="2" charset="-122"/>
              </a:rPr>
              <a:t>~</a:t>
            </a:r>
          </a:p>
        </p:txBody>
      </p:sp>
      <p:sp>
        <p:nvSpPr>
          <p:cNvPr id="19483" name="Text Box 45"/>
          <p:cNvSpPr txBox="1">
            <a:spLocks noChangeArrowheads="1"/>
          </p:cNvSpPr>
          <p:nvPr/>
        </p:nvSpPr>
        <p:spPr bwMode="auto">
          <a:xfrm>
            <a:off x="5502275" y="2306638"/>
            <a:ext cx="31591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120000"/>
              </a:lnSpc>
              <a:spcBef>
                <a:spcPct val="20000"/>
              </a:spcBef>
              <a:buClr>
                <a:srgbClr val="0000CC"/>
              </a:buClr>
              <a:buSzPct val="75000"/>
              <a:buFont typeface="Wingdings" pitchFamily="2" charset="2"/>
              <a:buChar char="l"/>
              <a:defRPr sz="3200" b="1">
                <a:solidFill>
                  <a:srgbClr val="0000CC"/>
                </a:solidFill>
                <a:latin typeface="Garamond" pitchFamily="18" charset="0"/>
              </a:defRPr>
            </a:lvl1pPr>
            <a:lvl2pPr marL="742950" indent="-285750">
              <a:lnSpc>
                <a:spcPct val="80000"/>
              </a:lnSpc>
              <a:spcBef>
                <a:spcPct val="20000"/>
              </a:spcBef>
              <a:buClr>
                <a:srgbClr val="0000CC"/>
              </a:buClr>
              <a:buSzPct val="75000"/>
              <a:buFont typeface="Wingdings" pitchFamily="2" charset="2"/>
              <a:buChar char="l"/>
              <a:defRPr sz="2800" b="1">
                <a:solidFill>
                  <a:srgbClr val="0000CC"/>
                </a:solidFill>
                <a:latin typeface="Garamond" pitchFamily="18" charset="0"/>
              </a:defRPr>
            </a:lvl2pPr>
            <a:lvl3pPr marL="1143000" indent="-228600">
              <a:lnSpc>
                <a:spcPct val="80000"/>
              </a:lnSpc>
              <a:spcBef>
                <a:spcPct val="20000"/>
              </a:spcBef>
              <a:buClr>
                <a:srgbClr val="0000CC"/>
              </a:buClr>
              <a:buSzPct val="75000"/>
              <a:buFont typeface="Wingdings" pitchFamily="2" charset="2"/>
              <a:buChar char="l"/>
              <a:defRPr sz="2400" b="1">
                <a:solidFill>
                  <a:srgbClr val="0000FF"/>
                </a:solidFill>
                <a:latin typeface="Garamond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0000CC"/>
              </a:buClr>
              <a:buSzPct val="75000"/>
              <a:buFont typeface="Wingdings" pitchFamily="2" charset="2"/>
              <a:buChar char="l"/>
              <a:defRPr sz="2000" b="1">
                <a:solidFill>
                  <a:srgbClr val="0000CC"/>
                </a:solidFill>
                <a:latin typeface="Garamond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0000CC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 typeface="Arial" pitchFamily="34" charset="0"/>
              <a:buNone/>
            </a:pPr>
            <a:r>
              <a:rPr lang="en-US" altLang="zh-CN" sz="2000">
                <a:latin typeface="Times New Roman" pitchFamily="18" charset="0"/>
                <a:ea typeface="宋体" pitchFamily="2" charset="-122"/>
              </a:rPr>
              <a:t>~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5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>
                <a:ea typeface="宋体" pitchFamily="2" charset="-122"/>
              </a:rPr>
              <a:t>Parallel Decomposition</a:t>
            </a:r>
          </a:p>
        </p:txBody>
      </p:sp>
      <p:pic>
        <p:nvPicPr>
          <p:cNvPr id="20483" name="Picture 3"/>
          <p:cNvPicPr>
            <a:picLocks noGrp="1" noChangeAspect="1" noChangeArrowheads="1"/>
          </p:cNvPicPr>
          <p:nvPr>
            <p:ph type="body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022350" y="1863725"/>
            <a:ext cx="6942138" cy="440213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>
                <a:ea typeface="宋体" pitchFamily="2" charset="-122"/>
              </a:rPr>
              <a:t>Parallel Decomposition</a:t>
            </a:r>
          </a:p>
        </p:txBody>
      </p:sp>
      <p:pic>
        <p:nvPicPr>
          <p:cNvPr id="21507" name="Picture 3"/>
          <p:cNvPicPr>
            <a:picLocks noGrp="1" noChangeAspect="1" noChangeArrowheads="1"/>
          </p:cNvPicPr>
          <p:nvPr>
            <p:ph type="body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973138" y="1782763"/>
            <a:ext cx="7464425" cy="4313237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4400" smtClean="0">
                <a:ea typeface="宋体" pitchFamily="2" charset="-122"/>
              </a:rPr>
              <a:t> Equivalent MIMO Channel </a:t>
            </a:r>
            <a:br>
              <a:rPr lang="zh-CN" altLang="en-US" sz="4400" smtClean="0">
                <a:ea typeface="宋体" pitchFamily="2" charset="-122"/>
              </a:rPr>
            </a:br>
            <a:r>
              <a:rPr lang="zh-CN" altLang="en-US" sz="4400" smtClean="0">
                <a:ea typeface="宋体" pitchFamily="2" charset="-122"/>
              </a:rPr>
              <a:t>(Nt &gt;Nr)</a:t>
            </a:r>
          </a:p>
        </p:txBody>
      </p:sp>
      <p:pic>
        <p:nvPicPr>
          <p:cNvPr id="2253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08100" y="1825625"/>
            <a:ext cx="6505575" cy="3798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>
                <a:ea typeface="宋体" pitchFamily="2" charset="-122"/>
              </a:rPr>
              <a:t> Equivalent MIMO Channel </a:t>
            </a:r>
            <a:br>
              <a:rPr lang="zh-CN" altLang="en-US" smtClean="0">
                <a:ea typeface="宋体" pitchFamily="2" charset="-122"/>
              </a:rPr>
            </a:br>
            <a:r>
              <a:rPr lang="zh-CN" altLang="en-US" smtClean="0">
                <a:ea typeface="宋体" pitchFamily="2" charset="-122"/>
              </a:rPr>
              <a:t>(Nr &gt;Nt)</a:t>
            </a:r>
          </a:p>
        </p:txBody>
      </p:sp>
      <p:pic>
        <p:nvPicPr>
          <p:cNvPr id="2355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9325" y="1793875"/>
            <a:ext cx="6997700" cy="4078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4400" smtClean="0">
                <a:ea typeface="宋体" pitchFamily="2" charset="-122"/>
              </a:rPr>
              <a:t>Capacity Equivqlence under Unitary Transform</a:t>
            </a:r>
          </a:p>
        </p:txBody>
      </p:sp>
      <p:graphicFrame>
        <p:nvGraphicFramePr>
          <p:cNvPr id="24579" name="Object 3"/>
          <p:cNvGraphicFramePr>
            <a:graphicFrameLocks noChangeAspect="1"/>
          </p:cNvGraphicFramePr>
          <p:nvPr/>
        </p:nvGraphicFramePr>
        <p:xfrm>
          <a:off x="1558925" y="1677988"/>
          <a:ext cx="6146800" cy="661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218" name="公式" r:id="rId3" imgW="2832875" imgH="304680" progId="Equation.3">
                  <p:embed/>
                </p:oleObj>
              </mc:Choice>
              <mc:Fallback>
                <p:oleObj name="公式" r:id="rId3" imgW="2832875" imgH="30468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58925" y="1677988"/>
                        <a:ext cx="6146800" cy="6619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580" name="Object 4"/>
          <p:cNvGraphicFramePr>
            <a:graphicFrameLocks noChangeAspect="1"/>
          </p:cNvGraphicFramePr>
          <p:nvPr/>
        </p:nvGraphicFramePr>
        <p:xfrm>
          <a:off x="1822450" y="2247900"/>
          <a:ext cx="5880100" cy="652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219" name="公式" r:id="rId5" imgW="2858445" imgH="317285" progId="Equation.3">
                  <p:embed/>
                </p:oleObj>
              </mc:Choice>
              <mc:Fallback>
                <p:oleObj name="公式" r:id="rId5" imgW="2858445" imgH="317285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22450" y="2247900"/>
                        <a:ext cx="5880100" cy="6524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581" name="Text Box 5"/>
          <p:cNvSpPr txBox="1">
            <a:spLocks noChangeArrowheads="1"/>
          </p:cNvSpPr>
          <p:nvPr/>
        </p:nvSpPr>
        <p:spPr bwMode="auto">
          <a:xfrm>
            <a:off x="384175" y="2989263"/>
            <a:ext cx="16716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120000"/>
              </a:lnSpc>
              <a:spcBef>
                <a:spcPct val="20000"/>
              </a:spcBef>
              <a:buClr>
                <a:srgbClr val="0000CC"/>
              </a:buClr>
              <a:buSzPct val="75000"/>
              <a:buFont typeface="Wingdings" pitchFamily="2" charset="2"/>
              <a:buChar char="l"/>
              <a:defRPr sz="3200" b="1">
                <a:solidFill>
                  <a:srgbClr val="0000CC"/>
                </a:solidFill>
                <a:latin typeface="Garamond" pitchFamily="18" charset="0"/>
              </a:defRPr>
            </a:lvl1pPr>
            <a:lvl2pPr marL="742950" indent="-285750">
              <a:lnSpc>
                <a:spcPct val="80000"/>
              </a:lnSpc>
              <a:spcBef>
                <a:spcPct val="20000"/>
              </a:spcBef>
              <a:buClr>
                <a:srgbClr val="0000CC"/>
              </a:buClr>
              <a:buSzPct val="75000"/>
              <a:buFont typeface="Wingdings" pitchFamily="2" charset="2"/>
              <a:buChar char="l"/>
              <a:defRPr sz="2800" b="1">
                <a:solidFill>
                  <a:srgbClr val="0000CC"/>
                </a:solidFill>
                <a:latin typeface="Garamond" pitchFamily="18" charset="0"/>
              </a:defRPr>
            </a:lvl2pPr>
            <a:lvl3pPr marL="1143000" indent="-228600">
              <a:lnSpc>
                <a:spcPct val="80000"/>
              </a:lnSpc>
              <a:spcBef>
                <a:spcPct val="20000"/>
              </a:spcBef>
              <a:buClr>
                <a:srgbClr val="0000CC"/>
              </a:buClr>
              <a:buSzPct val="75000"/>
              <a:buFont typeface="Wingdings" pitchFamily="2" charset="2"/>
              <a:buChar char="l"/>
              <a:defRPr sz="2400" b="1">
                <a:solidFill>
                  <a:srgbClr val="0000FF"/>
                </a:solidFill>
                <a:latin typeface="Garamond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0000CC"/>
              </a:buClr>
              <a:buSzPct val="75000"/>
              <a:buFont typeface="Wingdings" pitchFamily="2" charset="2"/>
              <a:buChar char="l"/>
              <a:defRPr sz="2000" b="1">
                <a:solidFill>
                  <a:srgbClr val="0000CC"/>
                </a:solidFill>
                <a:latin typeface="Garamond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0000CC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 typeface="Arial" pitchFamily="34" charset="0"/>
              <a:buNone/>
            </a:pPr>
            <a:r>
              <a:rPr lang="zh-CN" altLang="en-US" sz="2400" b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Considering</a:t>
            </a:r>
          </a:p>
        </p:txBody>
      </p:sp>
      <p:graphicFrame>
        <p:nvGraphicFramePr>
          <p:cNvPr id="24582" name="Object 6"/>
          <p:cNvGraphicFramePr>
            <a:graphicFrameLocks noChangeAspect="1"/>
          </p:cNvGraphicFramePr>
          <p:nvPr/>
        </p:nvGraphicFramePr>
        <p:xfrm>
          <a:off x="2185988" y="2989263"/>
          <a:ext cx="6296025" cy="479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220" name="公式" r:id="rId7" imgW="3340080" imgH="253800" progId="Equation.3">
                  <p:embed/>
                </p:oleObj>
              </mc:Choice>
              <mc:Fallback>
                <p:oleObj name="公式" r:id="rId7" imgW="3340080" imgH="2538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85988" y="2989263"/>
                        <a:ext cx="6296025" cy="479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583" name="Object 7"/>
          <p:cNvGraphicFramePr>
            <a:graphicFrameLocks noChangeAspect="1"/>
          </p:cNvGraphicFramePr>
          <p:nvPr/>
        </p:nvGraphicFramePr>
        <p:xfrm>
          <a:off x="590550" y="3536950"/>
          <a:ext cx="8166100" cy="639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221" name="公式" r:id="rId9" imgW="4051080" imgH="317160" progId="Equation.3">
                  <p:embed/>
                </p:oleObj>
              </mc:Choice>
              <mc:Fallback>
                <p:oleObj name="公式" r:id="rId9" imgW="4051080" imgH="31716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0550" y="3536950"/>
                        <a:ext cx="8166100" cy="6397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584" name="Object 8"/>
          <p:cNvGraphicFramePr>
            <a:graphicFrameLocks noChangeAspect="1"/>
          </p:cNvGraphicFramePr>
          <p:nvPr/>
        </p:nvGraphicFramePr>
        <p:xfrm>
          <a:off x="828675" y="4233863"/>
          <a:ext cx="5969000" cy="604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222" name="公式" r:id="rId11" imgW="3009600" imgH="304560" progId="Equation.3">
                  <p:embed/>
                </p:oleObj>
              </mc:Choice>
              <mc:Fallback>
                <p:oleObj name="公式" r:id="rId11" imgW="3009600" imgH="30456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8675" y="4233863"/>
                        <a:ext cx="5969000" cy="6048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585" name="Text Box 9"/>
          <p:cNvSpPr txBox="1">
            <a:spLocks noChangeArrowheads="1"/>
          </p:cNvSpPr>
          <p:nvPr/>
        </p:nvSpPr>
        <p:spPr bwMode="auto">
          <a:xfrm>
            <a:off x="509588" y="4975225"/>
            <a:ext cx="9112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120000"/>
              </a:lnSpc>
              <a:spcBef>
                <a:spcPct val="20000"/>
              </a:spcBef>
              <a:buClr>
                <a:srgbClr val="0000CC"/>
              </a:buClr>
              <a:buSzPct val="75000"/>
              <a:buFont typeface="Wingdings" pitchFamily="2" charset="2"/>
              <a:buChar char="l"/>
              <a:defRPr sz="3200" b="1">
                <a:solidFill>
                  <a:srgbClr val="0000CC"/>
                </a:solidFill>
                <a:latin typeface="Garamond" pitchFamily="18" charset="0"/>
              </a:defRPr>
            </a:lvl1pPr>
            <a:lvl2pPr marL="742950" indent="-285750">
              <a:lnSpc>
                <a:spcPct val="80000"/>
              </a:lnSpc>
              <a:spcBef>
                <a:spcPct val="20000"/>
              </a:spcBef>
              <a:buClr>
                <a:srgbClr val="0000CC"/>
              </a:buClr>
              <a:buSzPct val="75000"/>
              <a:buFont typeface="Wingdings" pitchFamily="2" charset="2"/>
              <a:buChar char="l"/>
              <a:defRPr sz="2800" b="1">
                <a:solidFill>
                  <a:srgbClr val="0000CC"/>
                </a:solidFill>
                <a:latin typeface="Garamond" pitchFamily="18" charset="0"/>
              </a:defRPr>
            </a:lvl2pPr>
            <a:lvl3pPr marL="1143000" indent="-228600">
              <a:lnSpc>
                <a:spcPct val="80000"/>
              </a:lnSpc>
              <a:spcBef>
                <a:spcPct val="20000"/>
              </a:spcBef>
              <a:buClr>
                <a:srgbClr val="0000CC"/>
              </a:buClr>
              <a:buSzPct val="75000"/>
              <a:buFont typeface="Wingdings" pitchFamily="2" charset="2"/>
              <a:buChar char="l"/>
              <a:defRPr sz="2400" b="1">
                <a:solidFill>
                  <a:srgbClr val="0000FF"/>
                </a:solidFill>
                <a:latin typeface="Garamond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0000CC"/>
              </a:buClr>
              <a:buSzPct val="75000"/>
              <a:buFont typeface="Wingdings" pitchFamily="2" charset="2"/>
              <a:buChar char="l"/>
              <a:defRPr sz="2000" b="1">
                <a:solidFill>
                  <a:srgbClr val="0000CC"/>
                </a:solidFill>
                <a:latin typeface="Garamond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0000CC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 typeface="Arial" pitchFamily="34" charset="0"/>
              <a:buNone/>
            </a:pPr>
            <a:r>
              <a:rPr lang="zh-CN" altLang="en-US" sz="2400" b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Using</a:t>
            </a:r>
          </a:p>
        </p:txBody>
      </p:sp>
      <p:graphicFrame>
        <p:nvGraphicFramePr>
          <p:cNvPr id="24586" name="Object 10"/>
          <p:cNvGraphicFramePr>
            <a:graphicFrameLocks noChangeAspect="1"/>
          </p:cNvGraphicFramePr>
          <p:nvPr/>
        </p:nvGraphicFramePr>
        <p:xfrm>
          <a:off x="1501775" y="5010150"/>
          <a:ext cx="3754438" cy="479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223" name="公式" r:id="rId13" imgW="1589744" imgH="203360" progId="Equation.3">
                  <p:embed/>
                </p:oleObj>
              </mc:Choice>
              <mc:Fallback>
                <p:oleObj name="公式" r:id="rId13" imgW="1589744" imgH="20336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01775" y="5010150"/>
                        <a:ext cx="3754438" cy="479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587" name="Object 11"/>
          <p:cNvGraphicFramePr>
            <a:graphicFrameLocks noChangeAspect="1"/>
          </p:cNvGraphicFramePr>
          <p:nvPr/>
        </p:nvGraphicFramePr>
        <p:xfrm>
          <a:off x="3659188" y="5524500"/>
          <a:ext cx="1185862" cy="611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224" name="公式" r:id="rId15" imgW="420530" imgH="216407" progId="Equation.3">
                  <p:embed/>
                </p:oleObj>
              </mc:Choice>
              <mc:Fallback>
                <p:oleObj name="公式" r:id="rId15" imgW="420530" imgH="216407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59188" y="5524500"/>
                        <a:ext cx="1185862" cy="6111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609600" y="228600"/>
            <a:ext cx="8534400" cy="1143000"/>
          </a:xfrm>
        </p:spPr>
        <p:txBody>
          <a:bodyPr/>
          <a:lstStyle/>
          <a:p>
            <a:r>
              <a:rPr lang="en-US" altLang="zh-CN" smtClean="0">
                <a:ea typeface="宋体" pitchFamily="2" charset="-122"/>
              </a:rPr>
              <a:t>Capacity of MIMO Systems</a:t>
            </a:r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536575" y="1908175"/>
            <a:ext cx="8023225" cy="4114800"/>
          </a:xfrm>
        </p:spPr>
        <p:txBody>
          <a:bodyPr/>
          <a:lstStyle/>
          <a:p>
            <a:r>
              <a:rPr lang="en-US" altLang="zh-CN" sz="2400" dirty="0" smtClean="0">
                <a:ea typeface="宋体" pitchFamily="2" charset="-122"/>
              </a:rPr>
              <a:t>Depends on what is known at TX and RX and if channel is static or fading</a:t>
            </a:r>
          </a:p>
          <a:p>
            <a:pPr>
              <a:lnSpc>
                <a:spcPct val="90000"/>
              </a:lnSpc>
            </a:pPr>
            <a:endParaRPr lang="en-US" altLang="zh-CN" sz="2400" dirty="0" smtClean="0">
              <a:ea typeface="宋体" pitchFamily="2" charset="-122"/>
            </a:endParaRPr>
          </a:p>
          <a:p>
            <a:pPr>
              <a:lnSpc>
                <a:spcPct val="90000"/>
              </a:lnSpc>
            </a:pPr>
            <a:r>
              <a:rPr lang="en-US" altLang="zh-CN" sz="2400" dirty="0" smtClean="0">
                <a:ea typeface="宋体" pitchFamily="2" charset="-122"/>
              </a:rPr>
              <a:t>For static channel with perfect CSI at TX and RX, power water-filling over space is optimal:</a:t>
            </a:r>
          </a:p>
          <a:p>
            <a:pPr lvl="1"/>
            <a:r>
              <a:rPr lang="en-US" altLang="zh-CN" sz="2000" dirty="0" smtClean="0">
                <a:ea typeface="宋体" pitchFamily="2" charset="-122"/>
              </a:rPr>
              <a:t>In fading </a:t>
            </a:r>
            <a:r>
              <a:rPr lang="zh-CN" altLang="en-US" sz="2000" dirty="0" smtClean="0">
                <a:ea typeface="宋体" pitchFamily="2" charset="-122"/>
              </a:rPr>
              <a:t>waterfill</a:t>
            </a:r>
            <a:r>
              <a:rPr lang="en-US" altLang="zh-CN" sz="2000" dirty="0" smtClean="0">
                <a:ea typeface="宋体" pitchFamily="2" charset="-122"/>
              </a:rPr>
              <a:t> over space (based on short-term power constraint) or space-time (long-term constraint)</a:t>
            </a:r>
          </a:p>
          <a:p>
            <a:pPr>
              <a:lnSpc>
                <a:spcPct val="90000"/>
              </a:lnSpc>
            </a:pPr>
            <a:endParaRPr lang="en-US" altLang="zh-CN" sz="2400" dirty="0" smtClean="0">
              <a:ea typeface="宋体" pitchFamily="2" charset="-122"/>
            </a:endParaRPr>
          </a:p>
          <a:p>
            <a:pPr>
              <a:lnSpc>
                <a:spcPct val="90000"/>
              </a:lnSpc>
            </a:pPr>
            <a:r>
              <a:rPr lang="en-US" altLang="zh-CN" sz="2400" dirty="0" smtClean="0">
                <a:ea typeface="宋体" pitchFamily="2" charset="-122"/>
              </a:rPr>
              <a:t>Without transmitter channel knowledge, capacity metric is based on an outage probability</a:t>
            </a:r>
            <a:r>
              <a:rPr lang="zh-CN" altLang="en-US" sz="2400" dirty="0" smtClean="0">
                <a:ea typeface="宋体" pitchFamily="2" charset="-122"/>
              </a:rPr>
              <a:t> (static or slow fading) or ergodic capacity (fast fading)</a:t>
            </a:r>
            <a:endParaRPr lang="en-US" altLang="zh-CN" sz="2400" dirty="0" smtClean="0">
              <a:ea typeface="宋体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4400" smtClean="0">
                <a:ea typeface="宋体" pitchFamily="2" charset="-122"/>
              </a:rPr>
              <a:t>Static Channel Capacity (CSIT)</a:t>
            </a:r>
          </a:p>
        </p:txBody>
      </p:sp>
      <p:pic>
        <p:nvPicPr>
          <p:cNvPr id="26627" name="Picture 3"/>
          <p:cNvPicPr>
            <a:picLocks noGrp="1" noChangeAspect="1" noChangeArrowheads="1"/>
          </p:cNvPicPr>
          <p:nvPr>
            <p:ph type="body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16053" y="2027498"/>
            <a:ext cx="7175500" cy="423227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62602772"/>
              </p:ext>
            </p:extLst>
          </p:nvPr>
        </p:nvGraphicFramePr>
        <p:xfrm>
          <a:off x="7175879" y="3590523"/>
          <a:ext cx="1011238" cy="711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937" name="Equation" r:id="rId4" imgW="596880" imgH="419040" progId="Equation.DSMT4">
                  <p:embed/>
                </p:oleObj>
              </mc:Choice>
              <mc:Fallback>
                <p:oleObj name="Equation" r:id="rId4" imgW="596880" imgH="419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7175879" y="3590523"/>
                        <a:ext cx="1011238" cy="711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" name="图片 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19280" y="4425424"/>
            <a:ext cx="249958" cy="286537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60054" y="3624856"/>
            <a:ext cx="1231499" cy="676867"/>
          </a:xfrm>
          <a:prstGeom prst="rect">
            <a:avLst/>
          </a:prstGeom>
        </p:spPr>
      </p:pic>
      <p:sp>
        <p:nvSpPr>
          <p:cNvPr id="5" name="Rectangle 3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60480116"/>
              </p:ext>
            </p:extLst>
          </p:nvPr>
        </p:nvGraphicFramePr>
        <p:xfrm>
          <a:off x="1183907" y="6189044"/>
          <a:ext cx="2400300" cy="542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938" name="Equation" r:id="rId8" imgW="1104900" imgH="241300" progId="Equation.DSMT4">
                  <p:embed/>
                </p:oleObj>
              </mc:Choice>
              <mc:Fallback>
                <p:oleObj name="Equation" r:id="rId8" imgW="1104900" imgH="241300" progId="Equation.DSMT4">
                  <p:embed/>
                  <p:pic>
                    <p:nvPicPr>
                      <p:cNvPr id="0" name="Object 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83907" y="6189044"/>
                        <a:ext cx="2400300" cy="5429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4400" smtClean="0">
                <a:ea typeface="宋体" pitchFamily="2" charset="-122"/>
              </a:rPr>
              <a:t>Static Channel Capacity (CSIT)</a:t>
            </a:r>
          </a:p>
        </p:txBody>
      </p:sp>
      <p:pic>
        <p:nvPicPr>
          <p:cNvPr id="27651" name="Picture 3"/>
          <p:cNvPicPr>
            <a:picLocks noGrp="1" noChangeAspect="1" noChangeArrowheads="1"/>
          </p:cNvPicPr>
          <p:nvPr>
            <p:ph type="body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27038" y="1847850"/>
            <a:ext cx="8294687" cy="431323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Notes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algn="just"/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 high SNRs, the capacity is insensitive to the </a:t>
            </a:r>
            <a:r>
              <a:rPr lang="en-US" altLang="zh-CN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power allocation to sub-channels, and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increases linearly with the number </a:t>
            </a:r>
            <a:r>
              <a:rPr lang="en-US" altLang="zh-CN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of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degrees of freedom </a:t>
            </a:r>
          </a:p>
          <a:p>
            <a:pPr lvl="0" algn="just"/>
            <a:endParaRPr lang="zh-CN" altLang="en-US" sz="4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altLang="zh-CN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at low SNRs, all power will be allocated to the parallel channel with the best CSI</a:t>
            </a:r>
            <a:endParaRPr lang="en-US" altLang="zh-C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993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7817" y="3559927"/>
            <a:ext cx="4610100" cy="800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993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7817" y="5446278"/>
            <a:ext cx="5219700" cy="76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6891384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>
                <a:ea typeface="宋体" pitchFamily="2" charset="-122"/>
              </a:rPr>
              <a:t>Example</a:t>
            </a:r>
          </a:p>
        </p:txBody>
      </p:sp>
      <p:pic>
        <p:nvPicPr>
          <p:cNvPr id="28675" name="Picture 3"/>
          <p:cNvPicPr>
            <a:picLocks noGrp="1" noChangeAspect="1" noChangeArrowheads="1"/>
          </p:cNvPicPr>
          <p:nvPr>
            <p:ph type="body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1627188"/>
            <a:ext cx="8751888" cy="46593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600" dirty="0" smtClean="0"/>
              <a:t>Static </a:t>
            </a:r>
            <a:r>
              <a:rPr lang="en-US" altLang="zh-CN" sz="3600" dirty="0" err="1" smtClean="0"/>
              <a:t>MIMO+Adaptive</a:t>
            </a:r>
            <a:r>
              <a:rPr lang="en-US" altLang="zh-CN" sz="3600" dirty="0" smtClean="0"/>
              <a:t> Modulation</a:t>
            </a:r>
            <a:endParaRPr lang="zh-CN" altLang="en-US" sz="36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子</a:t>
            </a:r>
            <a:r>
              <a:rPr lang="zh-CN" altLang="en-US" dirty="0" smtClean="0">
                <a:latin typeface="楷体" panose="02010609060101010101" pitchFamily="49" charset="-122"/>
                <a:ea typeface="楷体" panose="02010609060101010101" pitchFamily="49" charset="-122"/>
              </a:rPr>
              <a:t>信道关系式：</a:t>
            </a:r>
            <a:endParaRPr lang="en-US" altLang="zh-CN" dirty="0" smtClean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lang="zh-CN" altLang="en-US" dirty="0" smtClean="0">
                <a:latin typeface="楷体" panose="02010609060101010101" pitchFamily="49" charset="-122"/>
                <a:ea typeface="楷体" panose="02010609060101010101" pitchFamily="49" charset="-122"/>
              </a:rPr>
              <a:t>和速率最大化：</a:t>
            </a:r>
            <a:endParaRPr lang="en-US" altLang="zh-CN" dirty="0" smtClean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lang="zh-CN" altLang="en-US" dirty="0" smtClean="0">
                <a:latin typeface="楷体" panose="02010609060101010101" pitchFamily="49" charset="-122"/>
                <a:ea typeface="楷体" panose="02010609060101010101" pitchFamily="49" charset="-122"/>
              </a:rPr>
              <a:t>最优解：</a:t>
            </a:r>
            <a:endParaRPr lang="en-US" altLang="zh-CN" dirty="0" smtClean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endParaRPr lang="en-US" altLang="zh-CN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endParaRPr lang="en-US" altLang="zh-CN" dirty="0" smtClean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endParaRPr lang="en-US" altLang="zh-CN" dirty="0" smtClean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endParaRPr lang="en-US" altLang="zh-CN" dirty="0" smtClean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endParaRPr lang="en-US" altLang="zh-CN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endParaRPr lang="en-US" altLang="zh-CN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endParaRPr lang="en-US" altLang="zh-CN" dirty="0" smtClean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endParaRPr lang="zh-CN" altLang="en-US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37038593"/>
              </p:ext>
            </p:extLst>
          </p:nvPr>
        </p:nvGraphicFramePr>
        <p:xfrm>
          <a:off x="4116470" y="1981200"/>
          <a:ext cx="1855399" cy="63205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132" name="Equation" r:id="rId3" imgW="1155600" imgH="393480" progId="Equation.DSMT4">
                  <p:embed/>
                </p:oleObj>
              </mc:Choice>
              <mc:Fallback>
                <p:oleObj name="Equation" r:id="rId3" imgW="1155600" imgH="3934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116470" y="1981200"/>
                        <a:ext cx="1855399" cy="63205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75630582"/>
              </p:ext>
            </p:extLst>
          </p:nvPr>
        </p:nvGraphicFramePr>
        <p:xfrm>
          <a:off x="3998562" y="2613259"/>
          <a:ext cx="2687460" cy="82528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133" name="Equation" r:id="rId5" imgW="1612800" imgH="495000" progId="Equation.DSMT4">
                  <p:embed/>
                </p:oleObj>
              </mc:Choice>
              <mc:Fallback>
                <p:oleObj name="Equation" r:id="rId5" imgW="1612800" imgH="4950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998562" y="2613259"/>
                        <a:ext cx="2687460" cy="82528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9" name="组合 8"/>
          <p:cNvGrpSpPr/>
          <p:nvPr/>
        </p:nvGrpSpPr>
        <p:grpSpPr>
          <a:xfrm>
            <a:off x="2160854" y="3438542"/>
            <a:ext cx="6737702" cy="3125887"/>
            <a:chOff x="2160854" y="3438542"/>
            <a:chExt cx="6737702" cy="3125887"/>
          </a:xfrm>
        </p:grpSpPr>
        <p:graphicFrame>
          <p:nvGraphicFramePr>
            <p:cNvPr id="6" name="对象 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572814106"/>
                </p:ext>
              </p:extLst>
            </p:nvPr>
          </p:nvGraphicFramePr>
          <p:xfrm>
            <a:off x="2889474" y="3438542"/>
            <a:ext cx="3121758" cy="112383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5134" name="Equation" r:id="rId7" imgW="1904760" imgH="685800" progId="Equation.DSMT4">
                    <p:embed/>
                  </p:oleObj>
                </mc:Choice>
                <mc:Fallback>
                  <p:oleObj name="Equation" r:id="rId7" imgW="1904760" imgH="6858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2889474" y="3438542"/>
                          <a:ext cx="3121758" cy="1123833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" name="对象 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643292544"/>
                </p:ext>
              </p:extLst>
            </p:nvPr>
          </p:nvGraphicFramePr>
          <p:xfrm>
            <a:off x="6855594" y="3538446"/>
            <a:ext cx="2042962" cy="8034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5135" name="Equation" r:id="rId9" imgW="1130040" imgH="444240" progId="Equation.DSMT4">
                    <p:embed/>
                  </p:oleObj>
                </mc:Choice>
                <mc:Fallback>
                  <p:oleObj name="Equation" r:id="rId9" imgW="1130040" imgH="44424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6855594" y="3538446"/>
                          <a:ext cx="2042962" cy="803412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" name="对象 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097852485"/>
                </p:ext>
              </p:extLst>
            </p:nvPr>
          </p:nvGraphicFramePr>
          <p:xfrm>
            <a:off x="2160854" y="4871169"/>
            <a:ext cx="6165299" cy="169326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5136" name="Equation" r:id="rId11" imgW="3327120" imgH="914400" progId="Equation.DSMT4">
                    <p:embed/>
                  </p:oleObj>
                </mc:Choice>
                <mc:Fallback>
                  <p:oleObj name="Equation" r:id="rId11" imgW="3327120" imgH="9144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2160854" y="4871169"/>
                          <a:ext cx="6165299" cy="169326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41741640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228600"/>
            <a:ext cx="8313738" cy="1143000"/>
          </a:xfrm>
        </p:spPr>
        <p:txBody>
          <a:bodyPr/>
          <a:lstStyle/>
          <a:p>
            <a:r>
              <a:rPr lang="en-US" altLang="zh-CN" sz="4000" smtClean="0">
                <a:ea typeface="宋体" pitchFamily="2" charset="-122"/>
              </a:rPr>
              <a:t>Static Channel Capacity (no CSIT)</a:t>
            </a:r>
          </a:p>
        </p:txBody>
      </p:sp>
      <p:pic>
        <p:nvPicPr>
          <p:cNvPr id="2969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4388" y="3794125"/>
            <a:ext cx="7478712" cy="1341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9700" name="Picture 4"/>
          <p:cNvPicPr>
            <a:picLocks noGrp="1" noChangeAspect="1" noChangeArrowheads="1"/>
          </p:cNvPicPr>
          <p:nvPr>
            <p:ph type="body"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09613" y="1844675"/>
            <a:ext cx="7848600" cy="165893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aphicFrame>
        <p:nvGraphicFramePr>
          <p:cNvPr id="29701" name="Object 5"/>
          <p:cNvGraphicFramePr>
            <a:graphicFrameLocks noChangeAspect="1"/>
          </p:cNvGraphicFramePr>
          <p:nvPr/>
        </p:nvGraphicFramePr>
        <p:xfrm>
          <a:off x="1455738" y="5203825"/>
          <a:ext cx="3729037" cy="912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92" name="公式" r:id="rId5" imgW="1765775" imgH="431810" progId="Equation.3">
                  <p:embed/>
                </p:oleObj>
              </mc:Choice>
              <mc:Fallback>
                <p:oleObj name="公式" r:id="rId5" imgW="1765775" imgH="43181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55738" y="5203825"/>
                        <a:ext cx="3729037" cy="912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" name="图片 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45707" y="4126410"/>
            <a:ext cx="2285999" cy="67686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For Large SNR</a:t>
            </a:r>
            <a:endParaRPr lang="zh-CN" altLang="en-US" dirty="0"/>
          </a:p>
        </p:txBody>
      </p:sp>
      <p:pic>
        <p:nvPicPr>
          <p:cNvPr id="3993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8566" y="2435192"/>
            <a:ext cx="7772790" cy="12512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2085712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4000" smtClean="0">
                <a:ea typeface="宋体" pitchFamily="2" charset="-122"/>
              </a:rPr>
              <a:t>Static Channel Capacity (no CSIT)</a:t>
            </a:r>
          </a:p>
        </p:txBody>
      </p:sp>
      <p:sp>
        <p:nvSpPr>
          <p:cNvPr id="307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25475" y="1747838"/>
            <a:ext cx="7848600" cy="4114800"/>
          </a:xfrm>
        </p:spPr>
        <p:txBody>
          <a:bodyPr/>
          <a:lstStyle/>
          <a:p>
            <a:pPr>
              <a:buFont typeface="Wingdings" pitchFamily="2" charset="2"/>
              <a:buNone/>
            </a:pPr>
            <a:r>
              <a:rPr lang="en-US" altLang="zh-CN" sz="2800" smtClean="0">
                <a:ea typeface="宋体" pitchFamily="2" charset="-122"/>
              </a:rPr>
              <a:t>    Appropriate capacity definition is capacity with outage. In capacity with outage the transmitter fixes a transmission rate R, and the outage probability associated with R is the probability that the transmitted data will not be received correctly or, equivalently, the probability that the channel H has mutual information less than R. </a:t>
            </a:r>
          </a:p>
        </p:txBody>
      </p:sp>
      <p:sp>
        <p:nvSpPr>
          <p:cNvPr id="30724" name="Rectangle 4"/>
          <p:cNvSpPr>
            <a:spLocks noChangeArrowheads="1"/>
          </p:cNvSpPr>
          <p:nvPr/>
        </p:nvSpPr>
        <p:spPr bwMode="auto">
          <a:xfrm>
            <a:off x="0" y="32004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lnSpc>
                <a:spcPct val="120000"/>
              </a:lnSpc>
              <a:spcBef>
                <a:spcPct val="20000"/>
              </a:spcBef>
              <a:buClr>
                <a:srgbClr val="0000CC"/>
              </a:buClr>
              <a:buSzPct val="75000"/>
              <a:buFont typeface="Wingdings" pitchFamily="2" charset="2"/>
              <a:buChar char="l"/>
              <a:defRPr sz="3200" b="1">
                <a:solidFill>
                  <a:srgbClr val="0000CC"/>
                </a:solidFill>
                <a:latin typeface="Garamond" pitchFamily="18" charset="0"/>
              </a:defRPr>
            </a:lvl1pPr>
            <a:lvl2pPr marL="742950" indent="-285750">
              <a:lnSpc>
                <a:spcPct val="80000"/>
              </a:lnSpc>
              <a:spcBef>
                <a:spcPct val="20000"/>
              </a:spcBef>
              <a:buClr>
                <a:srgbClr val="0000CC"/>
              </a:buClr>
              <a:buSzPct val="75000"/>
              <a:buFont typeface="Wingdings" pitchFamily="2" charset="2"/>
              <a:buChar char="l"/>
              <a:defRPr sz="2800" b="1">
                <a:solidFill>
                  <a:srgbClr val="0000CC"/>
                </a:solidFill>
                <a:latin typeface="Garamond" pitchFamily="18" charset="0"/>
              </a:defRPr>
            </a:lvl2pPr>
            <a:lvl3pPr marL="1143000" indent="-228600">
              <a:lnSpc>
                <a:spcPct val="80000"/>
              </a:lnSpc>
              <a:spcBef>
                <a:spcPct val="20000"/>
              </a:spcBef>
              <a:buClr>
                <a:srgbClr val="0000CC"/>
              </a:buClr>
              <a:buSzPct val="75000"/>
              <a:buFont typeface="Wingdings" pitchFamily="2" charset="2"/>
              <a:buChar char="l"/>
              <a:defRPr sz="2400" b="1">
                <a:solidFill>
                  <a:srgbClr val="0000FF"/>
                </a:solidFill>
                <a:latin typeface="Garamond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0000CC"/>
              </a:buClr>
              <a:buSzPct val="75000"/>
              <a:buFont typeface="Wingdings" pitchFamily="2" charset="2"/>
              <a:buChar char="l"/>
              <a:defRPr sz="2000" b="1">
                <a:solidFill>
                  <a:srgbClr val="0000CC"/>
                </a:solidFill>
                <a:latin typeface="Garamond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0000CC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 typeface="Arial" pitchFamily="34" charset="0"/>
              <a:buNone/>
            </a:pPr>
            <a:endParaRPr lang="zh-CN" altLang="en-US" sz="2400" b="0">
              <a:solidFill>
                <a:schemeClr val="tx1"/>
              </a:solidFill>
              <a:latin typeface="Times New Roman" pitchFamily="18" charset="0"/>
              <a:ea typeface="宋体" pitchFamily="2" charset="-122"/>
            </a:endParaRPr>
          </a:p>
        </p:txBody>
      </p:sp>
      <p:graphicFrame>
        <p:nvGraphicFramePr>
          <p:cNvPr id="30725" name="Object 5"/>
          <p:cNvGraphicFramePr>
            <a:graphicFrameLocks noChangeAspect="1"/>
          </p:cNvGraphicFramePr>
          <p:nvPr/>
        </p:nvGraphicFramePr>
        <p:xfrm>
          <a:off x="2119313" y="5461000"/>
          <a:ext cx="5083175" cy="1074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16" name="公式" r:id="rId3" imgW="2159937" imgH="457399" progId="Equation.3">
                  <p:embed/>
                </p:oleObj>
              </mc:Choice>
              <mc:Fallback>
                <p:oleObj name="公式" r:id="rId3" imgW="2159937" imgH="457399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19313" y="5461000"/>
                        <a:ext cx="5083175" cy="10747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4000" smtClean="0">
                <a:ea typeface="宋体" pitchFamily="2" charset="-122"/>
              </a:rPr>
              <a:t>Fading Channel Capacity (CSIT)</a:t>
            </a:r>
          </a:p>
        </p:txBody>
      </p:sp>
      <p:pic>
        <p:nvPicPr>
          <p:cNvPr id="31747" name="Picture 3"/>
          <p:cNvPicPr>
            <a:picLocks noGrp="1" noChangeAspect="1" noChangeArrowheads="1"/>
          </p:cNvPicPr>
          <p:nvPr>
            <p:ph type="body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09600" y="1938338"/>
            <a:ext cx="7848600" cy="203676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1748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36900" y="4122738"/>
            <a:ext cx="4067175" cy="14462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1749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46375" y="4570413"/>
            <a:ext cx="322263" cy="415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4000" smtClean="0">
                <a:ea typeface="宋体" pitchFamily="2" charset="-122"/>
              </a:rPr>
              <a:t>Fading Channel Capacity (CSIT)</a:t>
            </a:r>
          </a:p>
        </p:txBody>
      </p:sp>
      <p:pic>
        <p:nvPicPr>
          <p:cNvPr id="32771" name="Picture 3"/>
          <p:cNvPicPr>
            <a:picLocks noGrp="1" noChangeAspect="1" noChangeArrowheads="1"/>
          </p:cNvPicPr>
          <p:nvPr>
            <p:ph type="body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09613" y="1795463"/>
            <a:ext cx="7848600" cy="1227137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2772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3625" y="3378200"/>
            <a:ext cx="5273675" cy="1403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2773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65313" y="3838575"/>
            <a:ext cx="322262" cy="384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228600"/>
            <a:ext cx="8262938" cy="1143000"/>
          </a:xfrm>
        </p:spPr>
        <p:txBody>
          <a:bodyPr/>
          <a:lstStyle/>
          <a:p>
            <a:r>
              <a:rPr lang="en-US" altLang="zh-CN" sz="4000" smtClean="0">
                <a:ea typeface="宋体" pitchFamily="2" charset="-122"/>
              </a:rPr>
              <a:t>Fading Channel Capacity (no CSIT)</a:t>
            </a:r>
          </a:p>
        </p:txBody>
      </p:sp>
      <p:sp>
        <p:nvSpPr>
          <p:cNvPr id="33795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609600" y="1981200"/>
            <a:ext cx="7277100" cy="4114800"/>
          </a:xfrm>
        </p:spPr>
        <p:txBody>
          <a:bodyPr/>
          <a:lstStyle/>
          <a:p>
            <a:r>
              <a:rPr lang="en-US" altLang="zh-CN" sz="2800" smtClean="0">
                <a:ea typeface="宋体" pitchFamily="2" charset="-122"/>
              </a:rPr>
              <a:t>Time-Varying Channel: </a:t>
            </a:r>
            <a:r>
              <a:rPr lang="en-US" altLang="zh-CN" sz="2800" dirty="0" smtClean="0">
                <a:ea typeface="宋体" pitchFamily="2" charset="-122"/>
              </a:rPr>
              <a:t>Ergodic Capacity</a:t>
            </a:r>
          </a:p>
          <a:p>
            <a:endParaRPr lang="en-US" altLang="zh-CN" sz="2800" dirty="0" smtClean="0">
              <a:ea typeface="宋体" pitchFamily="2" charset="-122"/>
            </a:endParaRPr>
          </a:p>
          <a:p>
            <a:endParaRPr lang="en-US" altLang="zh-CN" sz="2800" dirty="0" smtClean="0">
              <a:ea typeface="宋体" pitchFamily="2" charset="-122"/>
            </a:endParaRPr>
          </a:p>
          <a:p>
            <a:r>
              <a:rPr lang="en-US" altLang="zh-CN" sz="2800" dirty="0" smtClean="0">
                <a:ea typeface="宋体" pitchFamily="2" charset="-122"/>
              </a:rPr>
              <a:t>Slowly Varying Channel: Outage Capacity</a:t>
            </a:r>
          </a:p>
        </p:txBody>
      </p:sp>
      <p:sp>
        <p:nvSpPr>
          <p:cNvPr id="33796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lnSpc>
                <a:spcPct val="120000"/>
              </a:lnSpc>
              <a:spcBef>
                <a:spcPct val="20000"/>
              </a:spcBef>
              <a:buClr>
                <a:srgbClr val="0000CC"/>
              </a:buClr>
              <a:buSzPct val="75000"/>
              <a:buFont typeface="Wingdings" pitchFamily="2" charset="2"/>
              <a:buChar char="l"/>
              <a:defRPr sz="3200" b="1">
                <a:solidFill>
                  <a:srgbClr val="0000CC"/>
                </a:solidFill>
                <a:latin typeface="Garamond" pitchFamily="18" charset="0"/>
              </a:defRPr>
            </a:lvl1pPr>
            <a:lvl2pPr marL="742950" indent="-285750">
              <a:lnSpc>
                <a:spcPct val="80000"/>
              </a:lnSpc>
              <a:spcBef>
                <a:spcPct val="20000"/>
              </a:spcBef>
              <a:buClr>
                <a:srgbClr val="0000CC"/>
              </a:buClr>
              <a:buSzPct val="75000"/>
              <a:buFont typeface="Wingdings" pitchFamily="2" charset="2"/>
              <a:buChar char="l"/>
              <a:defRPr sz="2800" b="1">
                <a:solidFill>
                  <a:srgbClr val="0000CC"/>
                </a:solidFill>
                <a:latin typeface="Garamond" pitchFamily="18" charset="0"/>
              </a:defRPr>
            </a:lvl2pPr>
            <a:lvl3pPr marL="1143000" indent="-228600">
              <a:lnSpc>
                <a:spcPct val="80000"/>
              </a:lnSpc>
              <a:spcBef>
                <a:spcPct val="20000"/>
              </a:spcBef>
              <a:buClr>
                <a:srgbClr val="0000CC"/>
              </a:buClr>
              <a:buSzPct val="75000"/>
              <a:buFont typeface="Wingdings" pitchFamily="2" charset="2"/>
              <a:buChar char="l"/>
              <a:defRPr sz="2400" b="1">
                <a:solidFill>
                  <a:srgbClr val="0000FF"/>
                </a:solidFill>
                <a:latin typeface="Garamond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0000CC"/>
              </a:buClr>
              <a:buSzPct val="75000"/>
              <a:buFont typeface="Wingdings" pitchFamily="2" charset="2"/>
              <a:buChar char="l"/>
              <a:defRPr sz="2000" b="1">
                <a:solidFill>
                  <a:srgbClr val="0000CC"/>
                </a:solidFill>
                <a:latin typeface="Garamond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0000CC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 typeface="Arial" pitchFamily="34" charset="0"/>
              <a:buNone/>
            </a:pPr>
            <a:endParaRPr lang="zh-CN" altLang="en-US" sz="2400" b="0">
              <a:solidFill>
                <a:schemeClr val="tx1"/>
              </a:solidFill>
              <a:latin typeface="Times New Roman" pitchFamily="18" charset="0"/>
              <a:ea typeface="宋体" pitchFamily="2" charset="-122"/>
            </a:endParaRPr>
          </a:p>
        </p:txBody>
      </p:sp>
      <p:graphicFrame>
        <p:nvGraphicFramePr>
          <p:cNvPr id="33797" name="Object 5"/>
          <p:cNvGraphicFramePr>
            <a:graphicFrameLocks noChangeAspect="1"/>
          </p:cNvGraphicFramePr>
          <p:nvPr/>
        </p:nvGraphicFramePr>
        <p:xfrm>
          <a:off x="2616200" y="2759075"/>
          <a:ext cx="4162425" cy="1141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979" name="公式" r:id="rId3" imgW="1664422" imgH="457399" progId="Equation.3">
                  <p:embed/>
                </p:oleObj>
              </mc:Choice>
              <mc:Fallback>
                <p:oleObj name="公式" r:id="rId3" imgW="1664422" imgH="457399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16200" y="2759075"/>
                        <a:ext cx="4162425" cy="1141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798" name="Object 6"/>
          <p:cNvGraphicFramePr>
            <a:graphicFrameLocks noGrp="1" noChangeAspect="1"/>
          </p:cNvGraphicFramePr>
          <p:nvPr>
            <p:ph sz="half" idx="2"/>
          </p:nvPr>
        </p:nvGraphicFramePr>
        <p:xfrm>
          <a:off x="2873375" y="4741863"/>
          <a:ext cx="4683125" cy="1101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980" name="公式" r:id="rId5" imgW="1943944" imgH="457399" progId="Equation.3">
                  <p:embed/>
                </p:oleObj>
              </mc:Choice>
              <mc:Fallback>
                <p:oleObj name="公式" r:id="rId5" imgW="1943944" imgH="457399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73375" y="4741863"/>
                        <a:ext cx="4683125" cy="1101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83223" y="193431"/>
            <a:ext cx="7848600" cy="1143000"/>
          </a:xfrm>
        </p:spPr>
        <p:txBody>
          <a:bodyPr/>
          <a:lstStyle/>
          <a:p>
            <a:r>
              <a:rPr lang="en-US" altLang="zh-CN" sz="4000" dirty="0" smtClean="0"/>
              <a:t>Capacity of an </a:t>
            </a:r>
            <a:r>
              <a:rPr lang="en-US" altLang="zh-CN" sz="4000" dirty="0" err="1" smtClean="0"/>
              <a:t>i.i.d</a:t>
            </a:r>
            <a:r>
              <a:rPr lang="en-US" altLang="zh-CN" sz="4000" dirty="0" smtClean="0"/>
              <a:t>. Rayleigh Fading </a:t>
            </a:r>
            <a:r>
              <a:rPr lang="en-US" altLang="zh-CN" sz="4000" smtClean="0"/>
              <a:t>Channel (no CSIT)</a:t>
            </a:r>
            <a:endParaRPr lang="zh-CN" altLang="en-US" sz="4000" dirty="0"/>
          </a:p>
        </p:txBody>
      </p:sp>
      <p:pic>
        <p:nvPicPr>
          <p:cNvPr id="358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1574" y="1850516"/>
            <a:ext cx="5882420" cy="38864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71519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altLang="zh-CN" sz="4400" smtClean="0">
                <a:ea typeface="宋体" pitchFamily="2" charset="-122"/>
              </a:rPr>
              <a:t>Beamforming</a:t>
            </a:r>
            <a:br>
              <a:rPr lang="en-US" altLang="zh-CN" sz="4400" smtClean="0">
                <a:ea typeface="宋体" pitchFamily="2" charset="-122"/>
              </a:rPr>
            </a:br>
            <a:r>
              <a:rPr lang="en-US" altLang="zh-CN" sz="4400" smtClean="0">
                <a:ea typeface="宋体" pitchFamily="2" charset="-122"/>
              </a:rPr>
              <a:t>MIMO Diversity/Array Gains</a:t>
            </a: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8427" y="1690321"/>
            <a:ext cx="6583973" cy="28153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03892" y="4675782"/>
            <a:ext cx="6353042" cy="13602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Solution to u and v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dirty="0" smtClean="0"/>
              <a:t>Set </a:t>
            </a:r>
          </a:p>
          <a:p>
            <a:pPr marL="0" indent="0">
              <a:buNone/>
            </a:pPr>
            <a:endParaRPr lang="en-US" altLang="zh-CN" dirty="0" smtClean="0"/>
          </a:p>
          <a:p>
            <a:pPr marL="0" indent="0">
              <a:buNone/>
            </a:pPr>
            <a:r>
              <a:rPr lang="en-US" altLang="zh-CN" dirty="0" smtClean="0"/>
              <a:t>Useful Power=                                ,</a:t>
            </a:r>
          </a:p>
          <a:p>
            <a:pPr marL="0" indent="0">
              <a:buNone/>
            </a:pPr>
            <a:r>
              <a:rPr lang="en-US" altLang="zh-CN" dirty="0" smtClean="0"/>
              <a:t>                      &lt;=</a:t>
            </a:r>
          </a:p>
          <a:p>
            <a:pPr marL="0" indent="0">
              <a:buNone/>
            </a:pPr>
            <a:r>
              <a:rPr lang="en-US" altLang="zh-CN" dirty="0"/>
              <a:t> </a:t>
            </a:r>
            <a:r>
              <a:rPr lang="en-US" altLang="zh-CN" dirty="0" smtClean="0"/>
              <a:t>       </a:t>
            </a:r>
            <a:r>
              <a:rPr lang="en-US" altLang="zh-CN" dirty="0" err="1" smtClean="0"/>
              <a:t>Eqality</a:t>
            </a:r>
            <a:r>
              <a:rPr lang="en-US" altLang="zh-CN" dirty="0" smtClean="0"/>
              <a:t> holds when</a:t>
            </a:r>
          </a:p>
          <a:p>
            <a:pPr marL="0" indent="0">
              <a:buNone/>
            </a:pPr>
            <a:r>
              <a:rPr lang="en-US" altLang="zh-CN" dirty="0" smtClean="0"/>
              <a:t> Maximum Power=                         &lt;=</a:t>
            </a:r>
          </a:p>
          <a:p>
            <a:pPr marL="0" indent="0">
              <a:buNone/>
            </a:pPr>
            <a:r>
              <a:rPr lang="en-US" altLang="zh-CN" dirty="0" smtClean="0"/>
              <a:t>Equality holds when         </a:t>
            </a:r>
            <a:r>
              <a:rPr lang="zh-CN" altLang="en-US" dirty="0" smtClean="0"/>
              <a:t>，</a:t>
            </a:r>
            <a:endParaRPr lang="zh-CN" altLang="en-US" dirty="0"/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14834310"/>
              </p:ext>
            </p:extLst>
          </p:nvPr>
        </p:nvGraphicFramePr>
        <p:xfrm>
          <a:off x="1573213" y="2082800"/>
          <a:ext cx="3054350" cy="563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390" name="Equation" r:id="rId3" imgW="1307880" imgH="241200" progId="Equation.DSMT4">
                  <p:embed/>
                </p:oleObj>
              </mc:Choice>
              <mc:Fallback>
                <p:oleObj name="Equation" r:id="rId3" imgW="1307880" imgH="2412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73213" y="2082800"/>
                        <a:ext cx="3054350" cy="5635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99317205"/>
              </p:ext>
            </p:extLst>
          </p:nvPr>
        </p:nvGraphicFramePr>
        <p:xfrm>
          <a:off x="5618163" y="2092325"/>
          <a:ext cx="3106737" cy="573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391" name="Equation" r:id="rId5" imgW="1307880" imgH="241200" progId="Equation.DSMT4">
                  <p:embed/>
                </p:oleObj>
              </mc:Choice>
              <mc:Fallback>
                <p:oleObj name="Equation" r:id="rId5" imgW="1307880" imgH="2412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5618163" y="2092325"/>
                        <a:ext cx="3106737" cy="5730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65188218"/>
              </p:ext>
            </p:extLst>
          </p:nvPr>
        </p:nvGraphicFramePr>
        <p:xfrm>
          <a:off x="2569744" y="1618174"/>
          <a:ext cx="3445107" cy="55866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392" name="Equation" r:id="rId7" imgW="1409400" imgH="228600" progId="Equation.DSMT4">
                  <p:embed/>
                </p:oleObj>
              </mc:Choice>
              <mc:Fallback>
                <p:oleObj name="Equation" r:id="rId7" imgW="140940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569744" y="1618174"/>
                        <a:ext cx="3445107" cy="55866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42275969"/>
              </p:ext>
            </p:extLst>
          </p:nvPr>
        </p:nvGraphicFramePr>
        <p:xfrm>
          <a:off x="1588216" y="2605639"/>
          <a:ext cx="1613614" cy="490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393" name="Equation" r:id="rId9" imgW="749160" imgH="253800" progId="Equation.DSMT4">
                  <p:embed/>
                </p:oleObj>
              </mc:Choice>
              <mc:Fallback>
                <p:oleObj name="Equation" r:id="rId9" imgW="749160" imgH="2538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8216" y="2605639"/>
                        <a:ext cx="1613614" cy="4908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右箭头 7"/>
          <p:cNvSpPr/>
          <p:nvPr/>
        </p:nvSpPr>
        <p:spPr bwMode="auto">
          <a:xfrm>
            <a:off x="3298878" y="2740374"/>
            <a:ext cx="404261" cy="255070"/>
          </a:xfrm>
          <a:prstGeom prst="rightArrow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</a:pPr>
            <a:endParaRPr kumimoji="0" lang="zh-CN" alt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graphicFrame>
        <p:nvGraphicFramePr>
          <p:cNvPr id="9" name="对象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49776919"/>
              </p:ext>
            </p:extLst>
          </p:nvPr>
        </p:nvGraphicFramePr>
        <p:xfrm>
          <a:off x="3985862" y="2533662"/>
          <a:ext cx="1798571" cy="723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394" name="Equation" r:id="rId11" imgW="1104840" imgH="444240" progId="Equation.DSMT4">
                  <p:embed/>
                </p:oleObj>
              </mc:Choice>
              <mc:Fallback>
                <p:oleObj name="Equation" r:id="rId11" imgW="1104840" imgH="4442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3985862" y="2533662"/>
                        <a:ext cx="1798571" cy="7235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21344581"/>
              </p:ext>
            </p:extLst>
          </p:nvPr>
        </p:nvGraphicFramePr>
        <p:xfrm>
          <a:off x="3447115" y="3433162"/>
          <a:ext cx="3157551" cy="48577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395" name="Equation" r:id="rId13" imgW="1650960" imgH="253800" progId="Equation.DSMT4">
                  <p:embed/>
                </p:oleObj>
              </mc:Choice>
              <mc:Fallback>
                <p:oleObj name="Equation" r:id="rId13" imgW="1650960" imgH="2538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3447115" y="3433162"/>
                        <a:ext cx="3157551" cy="48577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71418599"/>
              </p:ext>
            </p:extLst>
          </p:nvPr>
        </p:nvGraphicFramePr>
        <p:xfrm>
          <a:off x="6705600" y="3470275"/>
          <a:ext cx="2324100" cy="412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396" name="Equation" r:id="rId15" imgW="1358640" imgH="241200" progId="Equation.DSMT4">
                  <p:embed/>
                </p:oleObj>
              </mc:Choice>
              <mc:Fallback>
                <p:oleObj name="Equation" r:id="rId15" imgW="1358640" imgH="2412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6705600" y="3470275"/>
                        <a:ext cx="2324100" cy="4127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38746969"/>
              </p:ext>
            </p:extLst>
          </p:nvPr>
        </p:nvGraphicFramePr>
        <p:xfrm>
          <a:off x="3599847" y="4004469"/>
          <a:ext cx="4759325" cy="752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397" name="Equation" r:id="rId17" imgW="2489040" imgH="393480" progId="Equation.DSMT4">
                  <p:embed/>
                </p:oleObj>
              </mc:Choice>
              <mc:Fallback>
                <p:oleObj name="Equation" r:id="rId17" imgW="2489040" imgH="3934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3599847" y="4004469"/>
                        <a:ext cx="4759325" cy="7524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73809553"/>
              </p:ext>
            </p:extLst>
          </p:nvPr>
        </p:nvGraphicFramePr>
        <p:xfrm>
          <a:off x="5214839" y="4843062"/>
          <a:ext cx="866840" cy="4334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398" name="Equation" r:id="rId19" imgW="457200" imgH="228600" progId="Equation.DSMT4">
                  <p:embed/>
                </p:oleObj>
              </mc:Choice>
              <mc:Fallback>
                <p:oleObj name="Equation" r:id="rId19" imgW="45720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5214839" y="4843062"/>
                        <a:ext cx="866840" cy="43342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61312041"/>
              </p:ext>
            </p:extLst>
          </p:nvPr>
        </p:nvGraphicFramePr>
        <p:xfrm>
          <a:off x="4019200" y="5504989"/>
          <a:ext cx="2524125" cy="484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399" name="Equation" r:id="rId21" imgW="1320480" imgH="253800" progId="Equation.DSMT4">
                  <p:embed/>
                </p:oleObj>
              </mc:Choice>
              <mc:Fallback>
                <p:oleObj name="Equation" r:id="rId21" imgW="1320480" imgH="2538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4019200" y="5504989"/>
                        <a:ext cx="2524125" cy="4841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对象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7748776"/>
              </p:ext>
            </p:extLst>
          </p:nvPr>
        </p:nvGraphicFramePr>
        <p:xfrm>
          <a:off x="7172291" y="5504989"/>
          <a:ext cx="393165" cy="46688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400" name="Equation" r:id="rId23" imgW="203040" imgH="241200" progId="Equation.DSMT4">
                  <p:embed/>
                </p:oleObj>
              </mc:Choice>
              <mc:Fallback>
                <p:oleObj name="Equation" r:id="rId23" imgW="203040" imgH="2412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7172291" y="5504989"/>
                        <a:ext cx="393165" cy="46688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对象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60788819"/>
              </p:ext>
            </p:extLst>
          </p:nvPr>
        </p:nvGraphicFramePr>
        <p:xfrm>
          <a:off x="4405162" y="6236128"/>
          <a:ext cx="722313" cy="433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401" name="Equation" r:id="rId25" imgW="380880" imgH="228600" progId="Equation.DSMT4">
                  <p:embed/>
                </p:oleObj>
              </mc:Choice>
              <mc:Fallback>
                <p:oleObj name="Equation" r:id="rId25" imgW="38088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4405162" y="6236128"/>
                        <a:ext cx="722313" cy="4333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对象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22989973"/>
              </p:ext>
            </p:extLst>
          </p:nvPr>
        </p:nvGraphicFramePr>
        <p:xfrm>
          <a:off x="5586629" y="6236128"/>
          <a:ext cx="1733550" cy="433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402" name="Equation" r:id="rId27" imgW="914400" imgH="228600" progId="Equation.DSMT4">
                  <p:embed/>
                </p:oleObj>
              </mc:Choice>
              <mc:Fallback>
                <p:oleObj name="Equation" r:id="rId27" imgW="91440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8"/>
                      <a:stretch>
                        <a:fillRect/>
                      </a:stretch>
                    </p:blipFill>
                    <p:spPr>
                      <a:xfrm>
                        <a:off x="5586629" y="6236128"/>
                        <a:ext cx="1733550" cy="4333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5360886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4400" smtClean="0">
                <a:ea typeface="宋体" pitchFamily="2" charset="-122"/>
              </a:rPr>
              <a:t>Beamforming</a:t>
            </a:r>
            <a:br>
              <a:rPr lang="zh-CN" altLang="en-US" sz="4400" smtClean="0">
                <a:ea typeface="宋体" pitchFamily="2" charset="-122"/>
              </a:rPr>
            </a:br>
            <a:r>
              <a:rPr lang="zh-CN" altLang="en-US" sz="4400" smtClean="0">
                <a:ea typeface="宋体" pitchFamily="2" charset="-122"/>
              </a:rPr>
              <a:t>MIMO Diversity/Array Gains</a:t>
            </a:r>
          </a:p>
        </p:txBody>
      </p:sp>
      <p:pic>
        <p:nvPicPr>
          <p:cNvPr id="35843" name="Picture 3"/>
          <p:cNvPicPr>
            <a:picLocks noGrp="1" noChangeAspect="1" noChangeArrowheads="1"/>
          </p:cNvPicPr>
          <p:nvPr>
            <p:ph type="body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04850" y="1814513"/>
            <a:ext cx="7805738" cy="43656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80660963"/>
              </p:ext>
            </p:extLst>
          </p:nvPr>
        </p:nvGraphicFramePr>
        <p:xfrm>
          <a:off x="6603432" y="6013284"/>
          <a:ext cx="1494044" cy="51716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938" name="Equation" r:id="rId4" imgW="660240" imgH="228600" progId="Equation.DSMT4">
                  <p:embed/>
                </p:oleObj>
              </mc:Choice>
              <mc:Fallback>
                <p:oleObj name="Equation" r:id="rId4" imgW="66024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6603432" y="6013284"/>
                        <a:ext cx="1494044" cy="51716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 smtClean="0"/>
              <a:t>Tadeoff</a:t>
            </a:r>
            <a:r>
              <a:rPr lang="en-US" altLang="zh-CN" dirty="0" smtClean="0"/>
              <a:t> between Multiplexing and Diversity</a:t>
            </a:r>
            <a:endParaRPr lang="zh-CN" altLang="en-US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1515" y="1894610"/>
            <a:ext cx="8617733" cy="38179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75804605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>
                <a:ea typeface="宋体" pitchFamily="2" charset="-122"/>
              </a:rPr>
              <a:t>Diversity vs. Multiplexing</a:t>
            </a:r>
          </a:p>
        </p:txBody>
      </p:sp>
      <p:pic>
        <p:nvPicPr>
          <p:cNvPr id="36867" name="Picture 3"/>
          <p:cNvPicPr>
            <a:picLocks noGrp="1" noChangeAspect="1" noChangeArrowheads="1"/>
          </p:cNvPicPr>
          <p:nvPr>
            <p:ph type="body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041400" y="1682750"/>
            <a:ext cx="7489825" cy="4413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Example</a:t>
            </a:r>
            <a:endParaRPr lang="zh-CN" altLang="en-US" dirty="0"/>
          </a:p>
        </p:txBody>
      </p:sp>
      <p:pic>
        <p:nvPicPr>
          <p:cNvPr id="348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747838"/>
            <a:ext cx="9144000" cy="336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188594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35846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785938"/>
            <a:ext cx="9082454" cy="3286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1027687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Solution</a:t>
            </a:r>
            <a:endParaRPr lang="zh-CN" altLang="en-US" dirty="0"/>
          </a:p>
        </p:txBody>
      </p:sp>
      <p:pic>
        <p:nvPicPr>
          <p:cNvPr id="36868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261" y="1793631"/>
            <a:ext cx="8757139" cy="4897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0680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3891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751867"/>
            <a:ext cx="9047285" cy="35235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957218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4000" dirty="0" smtClean="0"/>
              <a:t>Discussion of MIMO-AMC</a:t>
            </a:r>
            <a:br>
              <a:rPr lang="en-US" altLang="zh-CN" sz="4000" dirty="0" smtClean="0"/>
            </a:br>
            <a:r>
              <a:rPr lang="en-US" altLang="zh-CN" sz="4000" dirty="0" smtClean="0"/>
              <a:t>Water-Filling Power Allocation</a:t>
            </a:r>
            <a:endParaRPr lang="zh-CN" altLang="en-US" sz="4000" dirty="0"/>
          </a:p>
        </p:txBody>
      </p:sp>
      <p:pic>
        <p:nvPicPr>
          <p:cNvPr id="348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20158" y="1666875"/>
            <a:ext cx="2857500" cy="176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481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53420" y="3429000"/>
            <a:ext cx="3990975" cy="962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4820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4724" y="4569436"/>
            <a:ext cx="3876675" cy="1676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1800089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4000" dirty="0"/>
              <a:t>Discussion of MIMO-AMC</a:t>
            </a:r>
            <a:br>
              <a:rPr lang="en-US" altLang="zh-CN" sz="4000" dirty="0"/>
            </a:br>
            <a:r>
              <a:rPr lang="en-US" altLang="zh-CN" sz="4000" dirty="0"/>
              <a:t>Water-Filling Power Allocation</a:t>
            </a:r>
            <a:endParaRPr lang="zh-CN" altLang="en-US" dirty="0"/>
          </a:p>
        </p:txBody>
      </p:sp>
      <p:pic>
        <p:nvPicPr>
          <p:cNvPr id="358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6856" y="1946397"/>
            <a:ext cx="5619750" cy="2543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584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66856" y="3560519"/>
            <a:ext cx="1057275" cy="581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5844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2943" y="4578228"/>
            <a:ext cx="3629025" cy="1552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5407087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398463" y="673100"/>
            <a:ext cx="8407400" cy="685800"/>
          </a:xfrm>
        </p:spPr>
        <p:txBody>
          <a:bodyPr/>
          <a:lstStyle/>
          <a:p>
            <a:pPr>
              <a:lnSpc>
                <a:spcPct val="80000"/>
              </a:lnSpc>
            </a:pPr>
            <a:r>
              <a:rPr lang="en-US" altLang="zh-CN" smtClean="0">
                <a:ea typeface="宋体" pitchFamily="2" charset="-122"/>
              </a:rPr>
              <a:t>How should antennas be used?</a:t>
            </a:r>
          </a:p>
        </p:txBody>
      </p:sp>
      <p:sp>
        <p:nvSpPr>
          <p:cNvPr id="37891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509588" y="1500188"/>
            <a:ext cx="7772400" cy="4114800"/>
          </a:xfrm>
        </p:spPr>
        <p:txBody>
          <a:bodyPr/>
          <a:lstStyle/>
          <a:p>
            <a:r>
              <a:rPr lang="en-US" altLang="zh-CN" smtClean="0">
                <a:ea typeface="宋体" pitchFamily="2" charset="-122"/>
              </a:rPr>
              <a:t>Use antennas for multiplexing:</a:t>
            </a:r>
            <a:endParaRPr lang="en-US" altLang="zh-CN" sz="2400" smtClean="0">
              <a:ea typeface="宋体" pitchFamily="2" charset="-122"/>
            </a:endParaRPr>
          </a:p>
          <a:p>
            <a:endParaRPr lang="en-US" altLang="zh-CN" sz="2400" smtClean="0">
              <a:ea typeface="宋体" pitchFamily="2" charset="-122"/>
            </a:endParaRPr>
          </a:p>
          <a:p>
            <a:endParaRPr lang="en-US" altLang="zh-CN" smtClean="0">
              <a:ea typeface="宋体" pitchFamily="2" charset="-122"/>
            </a:endParaRPr>
          </a:p>
          <a:p>
            <a:pPr>
              <a:lnSpc>
                <a:spcPct val="60000"/>
              </a:lnSpc>
            </a:pPr>
            <a:endParaRPr lang="en-US" altLang="zh-CN" smtClean="0">
              <a:ea typeface="宋体" pitchFamily="2" charset="-122"/>
            </a:endParaRPr>
          </a:p>
          <a:p>
            <a:r>
              <a:rPr lang="en-US" altLang="zh-CN" smtClean="0">
                <a:ea typeface="宋体" pitchFamily="2" charset="-122"/>
              </a:rPr>
              <a:t>Use antennas for diversity </a:t>
            </a:r>
          </a:p>
        </p:txBody>
      </p:sp>
      <p:grpSp>
        <p:nvGrpSpPr>
          <p:cNvPr id="38916" name="Group 4"/>
          <p:cNvGrpSpPr>
            <a:grpSpLocks/>
          </p:cNvGrpSpPr>
          <p:nvPr/>
        </p:nvGrpSpPr>
        <p:grpSpPr bwMode="auto">
          <a:xfrm>
            <a:off x="574675" y="2082800"/>
            <a:ext cx="8355013" cy="1920875"/>
            <a:chOff x="0" y="0"/>
            <a:chExt cx="5263" cy="1210"/>
          </a:xfrm>
        </p:grpSpPr>
        <p:pic>
          <p:nvPicPr>
            <p:cNvPr id="37962" name="Picture 5"/>
            <p:cNvPicPr>
              <a:picLocks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608" y="222"/>
              <a:ext cx="655" cy="837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7963" name="Rectangle 6"/>
            <p:cNvSpPr>
              <a:spLocks noChangeArrowheads="1"/>
            </p:cNvSpPr>
            <p:nvPr/>
          </p:nvSpPr>
          <p:spPr bwMode="auto">
            <a:xfrm>
              <a:off x="4702" y="331"/>
              <a:ext cx="48" cy="32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120000"/>
                </a:lnSpc>
                <a:spcBef>
                  <a:spcPct val="20000"/>
                </a:spcBef>
                <a:buClr>
                  <a:srgbClr val="0000CC"/>
                </a:buClr>
                <a:buSzPct val="75000"/>
                <a:buFont typeface="Wingdings" pitchFamily="2" charset="2"/>
                <a:buChar char="l"/>
                <a:defRPr sz="3200" b="1">
                  <a:solidFill>
                    <a:srgbClr val="0000CC"/>
                  </a:solidFill>
                  <a:latin typeface="Garamond" pitchFamily="18" charset="0"/>
                </a:defRPr>
              </a:lvl1pPr>
              <a:lvl2pPr marL="742950" indent="-285750">
                <a:lnSpc>
                  <a:spcPct val="80000"/>
                </a:lnSpc>
                <a:spcBef>
                  <a:spcPct val="20000"/>
                </a:spcBef>
                <a:buClr>
                  <a:srgbClr val="0000CC"/>
                </a:buClr>
                <a:buSzPct val="75000"/>
                <a:buFont typeface="Wingdings" pitchFamily="2" charset="2"/>
                <a:buChar char="l"/>
                <a:defRPr sz="2800" b="1">
                  <a:solidFill>
                    <a:srgbClr val="0000CC"/>
                  </a:solidFill>
                  <a:latin typeface="Garamond" pitchFamily="18" charset="0"/>
                </a:defRPr>
              </a:lvl2pPr>
              <a:lvl3pPr marL="1143000" indent="-228600">
                <a:lnSpc>
                  <a:spcPct val="80000"/>
                </a:lnSpc>
                <a:spcBef>
                  <a:spcPct val="20000"/>
                </a:spcBef>
                <a:buClr>
                  <a:srgbClr val="0000CC"/>
                </a:buClr>
                <a:buSzPct val="75000"/>
                <a:buFont typeface="Wingdings" pitchFamily="2" charset="2"/>
                <a:buChar char="l"/>
                <a:defRPr sz="2400" b="1">
                  <a:solidFill>
                    <a:srgbClr val="0000FF"/>
                  </a:solidFill>
                  <a:latin typeface="Garamond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CC"/>
                </a:buClr>
                <a:buSzPct val="75000"/>
                <a:buFont typeface="Wingdings" pitchFamily="2" charset="2"/>
                <a:buChar char="l"/>
                <a:defRPr sz="2000" b="1">
                  <a:solidFill>
                    <a:srgbClr val="0000CC"/>
                  </a:solidFill>
                  <a:latin typeface="Garamond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CC"/>
                </a:buClr>
                <a:buSzPct val="75000"/>
                <a:buFont typeface="Wingdings" pitchFamily="2" charset="2"/>
                <a:buChar char="l"/>
                <a:defRPr sz="2000" b="1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75000"/>
                <a:buFont typeface="Wingdings" pitchFamily="2" charset="2"/>
                <a:buChar char="l"/>
                <a:defRPr sz="2000" b="1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75000"/>
                <a:buFont typeface="Wingdings" pitchFamily="2" charset="2"/>
                <a:buChar char="l"/>
                <a:defRPr sz="2000" b="1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75000"/>
                <a:buFont typeface="Wingdings" pitchFamily="2" charset="2"/>
                <a:buChar char="l"/>
                <a:defRPr sz="2000" b="1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75000"/>
                <a:buFont typeface="Wingdings" pitchFamily="2" charset="2"/>
                <a:buChar char="l"/>
                <a:defRPr sz="2000" b="1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 typeface="Arial" pitchFamily="34" charset="0"/>
                <a:buNone/>
              </a:pPr>
              <a:endParaRPr lang="zh-CN" altLang="en-US" sz="2400" b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37964" name="Rectangle 7"/>
            <p:cNvSpPr>
              <a:spLocks noChangeArrowheads="1"/>
            </p:cNvSpPr>
            <p:nvPr/>
          </p:nvSpPr>
          <p:spPr bwMode="auto">
            <a:xfrm>
              <a:off x="4798" y="427"/>
              <a:ext cx="112" cy="27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120000"/>
                </a:lnSpc>
                <a:spcBef>
                  <a:spcPct val="20000"/>
                </a:spcBef>
                <a:buClr>
                  <a:srgbClr val="0000CC"/>
                </a:buClr>
                <a:buSzPct val="75000"/>
                <a:buFont typeface="Wingdings" pitchFamily="2" charset="2"/>
                <a:buChar char="l"/>
                <a:defRPr sz="3200" b="1">
                  <a:solidFill>
                    <a:srgbClr val="0000CC"/>
                  </a:solidFill>
                  <a:latin typeface="Garamond" pitchFamily="18" charset="0"/>
                </a:defRPr>
              </a:lvl1pPr>
              <a:lvl2pPr marL="742950" indent="-285750">
                <a:lnSpc>
                  <a:spcPct val="80000"/>
                </a:lnSpc>
                <a:spcBef>
                  <a:spcPct val="20000"/>
                </a:spcBef>
                <a:buClr>
                  <a:srgbClr val="0000CC"/>
                </a:buClr>
                <a:buSzPct val="75000"/>
                <a:buFont typeface="Wingdings" pitchFamily="2" charset="2"/>
                <a:buChar char="l"/>
                <a:defRPr sz="2800" b="1">
                  <a:solidFill>
                    <a:srgbClr val="0000CC"/>
                  </a:solidFill>
                  <a:latin typeface="Garamond" pitchFamily="18" charset="0"/>
                </a:defRPr>
              </a:lvl2pPr>
              <a:lvl3pPr marL="1143000" indent="-228600">
                <a:lnSpc>
                  <a:spcPct val="80000"/>
                </a:lnSpc>
                <a:spcBef>
                  <a:spcPct val="20000"/>
                </a:spcBef>
                <a:buClr>
                  <a:srgbClr val="0000CC"/>
                </a:buClr>
                <a:buSzPct val="75000"/>
                <a:buFont typeface="Wingdings" pitchFamily="2" charset="2"/>
                <a:buChar char="l"/>
                <a:defRPr sz="2400" b="1">
                  <a:solidFill>
                    <a:srgbClr val="0000FF"/>
                  </a:solidFill>
                  <a:latin typeface="Garamond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CC"/>
                </a:buClr>
                <a:buSzPct val="75000"/>
                <a:buFont typeface="Wingdings" pitchFamily="2" charset="2"/>
                <a:buChar char="l"/>
                <a:defRPr sz="2000" b="1">
                  <a:solidFill>
                    <a:srgbClr val="0000CC"/>
                  </a:solidFill>
                  <a:latin typeface="Garamond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CC"/>
                </a:buClr>
                <a:buSzPct val="75000"/>
                <a:buFont typeface="Wingdings" pitchFamily="2" charset="2"/>
                <a:buChar char="l"/>
                <a:defRPr sz="2000" b="1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75000"/>
                <a:buFont typeface="Wingdings" pitchFamily="2" charset="2"/>
                <a:buChar char="l"/>
                <a:defRPr sz="2000" b="1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75000"/>
                <a:buFont typeface="Wingdings" pitchFamily="2" charset="2"/>
                <a:buChar char="l"/>
                <a:defRPr sz="2000" b="1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75000"/>
                <a:buFont typeface="Wingdings" pitchFamily="2" charset="2"/>
                <a:buChar char="l"/>
                <a:defRPr sz="2000" b="1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75000"/>
                <a:buFont typeface="Wingdings" pitchFamily="2" charset="2"/>
                <a:buChar char="l"/>
                <a:defRPr sz="2000" b="1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 typeface="Arial" pitchFamily="34" charset="0"/>
                <a:buNone/>
              </a:pPr>
              <a:endParaRPr lang="zh-CN" altLang="en-US" sz="2400" b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37965" name="Rectangle 8"/>
            <p:cNvSpPr>
              <a:spLocks noChangeArrowheads="1"/>
            </p:cNvSpPr>
            <p:nvPr/>
          </p:nvSpPr>
          <p:spPr bwMode="auto">
            <a:xfrm>
              <a:off x="4894" y="523"/>
              <a:ext cx="48" cy="32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120000"/>
                </a:lnSpc>
                <a:spcBef>
                  <a:spcPct val="20000"/>
                </a:spcBef>
                <a:buClr>
                  <a:srgbClr val="0000CC"/>
                </a:buClr>
                <a:buSzPct val="75000"/>
                <a:buFont typeface="Wingdings" pitchFamily="2" charset="2"/>
                <a:buChar char="l"/>
                <a:defRPr sz="3200" b="1">
                  <a:solidFill>
                    <a:srgbClr val="0000CC"/>
                  </a:solidFill>
                  <a:latin typeface="Garamond" pitchFamily="18" charset="0"/>
                </a:defRPr>
              </a:lvl1pPr>
              <a:lvl2pPr marL="742950" indent="-285750">
                <a:lnSpc>
                  <a:spcPct val="80000"/>
                </a:lnSpc>
                <a:spcBef>
                  <a:spcPct val="20000"/>
                </a:spcBef>
                <a:buClr>
                  <a:srgbClr val="0000CC"/>
                </a:buClr>
                <a:buSzPct val="75000"/>
                <a:buFont typeface="Wingdings" pitchFamily="2" charset="2"/>
                <a:buChar char="l"/>
                <a:defRPr sz="2800" b="1">
                  <a:solidFill>
                    <a:srgbClr val="0000CC"/>
                  </a:solidFill>
                  <a:latin typeface="Garamond" pitchFamily="18" charset="0"/>
                </a:defRPr>
              </a:lvl2pPr>
              <a:lvl3pPr marL="1143000" indent="-228600">
                <a:lnSpc>
                  <a:spcPct val="80000"/>
                </a:lnSpc>
                <a:spcBef>
                  <a:spcPct val="20000"/>
                </a:spcBef>
                <a:buClr>
                  <a:srgbClr val="0000CC"/>
                </a:buClr>
                <a:buSzPct val="75000"/>
                <a:buFont typeface="Wingdings" pitchFamily="2" charset="2"/>
                <a:buChar char="l"/>
                <a:defRPr sz="2400" b="1">
                  <a:solidFill>
                    <a:srgbClr val="0000FF"/>
                  </a:solidFill>
                  <a:latin typeface="Garamond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CC"/>
                </a:buClr>
                <a:buSzPct val="75000"/>
                <a:buFont typeface="Wingdings" pitchFamily="2" charset="2"/>
                <a:buChar char="l"/>
                <a:defRPr sz="2000" b="1">
                  <a:solidFill>
                    <a:srgbClr val="0000CC"/>
                  </a:solidFill>
                  <a:latin typeface="Garamond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CC"/>
                </a:buClr>
                <a:buSzPct val="75000"/>
                <a:buFont typeface="Wingdings" pitchFamily="2" charset="2"/>
                <a:buChar char="l"/>
                <a:defRPr sz="2000" b="1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75000"/>
                <a:buFont typeface="Wingdings" pitchFamily="2" charset="2"/>
                <a:buChar char="l"/>
                <a:defRPr sz="2000" b="1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75000"/>
                <a:buFont typeface="Wingdings" pitchFamily="2" charset="2"/>
                <a:buChar char="l"/>
                <a:defRPr sz="2000" b="1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75000"/>
                <a:buFont typeface="Wingdings" pitchFamily="2" charset="2"/>
                <a:buChar char="l"/>
                <a:defRPr sz="2000" b="1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75000"/>
                <a:buFont typeface="Wingdings" pitchFamily="2" charset="2"/>
                <a:buChar char="l"/>
                <a:defRPr sz="2000" b="1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 typeface="Arial" pitchFamily="34" charset="0"/>
                <a:buNone/>
              </a:pPr>
              <a:endParaRPr lang="zh-CN" altLang="en-US" sz="2400" b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37966" name="Rectangle 9"/>
            <p:cNvSpPr>
              <a:spLocks noChangeArrowheads="1"/>
            </p:cNvSpPr>
            <p:nvPr/>
          </p:nvSpPr>
          <p:spPr bwMode="auto">
            <a:xfrm>
              <a:off x="5118" y="363"/>
              <a:ext cx="48" cy="32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120000"/>
                </a:lnSpc>
                <a:spcBef>
                  <a:spcPct val="20000"/>
                </a:spcBef>
                <a:buClr>
                  <a:srgbClr val="0000CC"/>
                </a:buClr>
                <a:buSzPct val="75000"/>
                <a:buFont typeface="Wingdings" pitchFamily="2" charset="2"/>
                <a:buChar char="l"/>
                <a:defRPr sz="3200" b="1">
                  <a:solidFill>
                    <a:srgbClr val="0000CC"/>
                  </a:solidFill>
                  <a:latin typeface="Garamond" pitchFamily="18" charset="0"/>
                </a:defRPr>
              </a:lvl1pPr>
              <a:lvl2pPr marL="742950" indent="-285750">
                <a:lnSpc>
                  <a:spcPct val="80000"/>
                </a:lnSpc>
                <a:spcBef>
                  <a:spcPct val="20000"/>
                </a:spcBef>
                <a:buClr>
                  <a:srgbClr val="0000CC"/>
                </a:buClr>
                <a:buSzPct val="75000"/>
                <a:buFont typeface="Wingdings" pitchFamily="2" charset="2"/>
                <a:buChar char="l"/>
                <a:defRPr sz="2800" b="1">
                  <a:solidFill>
                    <a:srgbClr val="0000CC"/>
                  </a:solidFill>
                  <a:latin typeface="Garamond" pitchFamily="18" charset="0"/>
                </a:defRPr>
              </a:lvl2pPr>
              <a:lvl3pPr marL="1143000" indent="-228600">
                <a:lnSpc>
                  <a:spcPct val="80000"/>
                </a:lnSpc>
                <a:spcBef>
                  <a:spcPct val="20000"/>
                </a:spcBef>
                <a:buClr>
                  <a:srgbClr val="0000CC"/>
                </a:buClr>
                <a:buSzPct val="75000"/>
                <a:buFont typeface="Wingdings" pitchFamily="2" charset="2"/>
                <a:buChar char="l"/>
                <a:defRPr sz="2400" b="1">
                  <a:solidFill>
                    <a:srgbClr val="0000FF"/>
                  </a:solidFill>
                  <a:latin typeface="Garamond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CC"/>
                </a:buClr>
                <a:buSzPct val="75000"/>
                <a:buFont typeface="Wingdings" pitchFamily="2" charset="2"/>
                <a:buChar char="l"/>
                <a:defRPr sz="2000" b="1">
                  <a:solidFill>
                    <a:srgbClr val="0000CC"/>
                  </a:solidFill>
                  <a:latin typeface="Garamond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CC"/>
                </a:buClr>
                <a:buSzPct val="75000"/>
                <a:buFont typeface="Wingdings" pitchFamily="2" charset="2"/>
                <a:buChar char="l"/>
                <a:defRPr sz="2000" b="1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75000"/>
                <a:buFont typeface="Wingdings" pitchFamily="2" charset="2"/>
                <a:buChar char="l"/>
                <a:defRPr sz="2000" b="1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75000"/>
                <a:buFont typeface="Wingdings" pitchFamily="2" charset="2"/>
                <a:buChar char="l"/>
                <a:defRPr sz="2000" b="1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75000"/>
                <a:buFont typeface="Wingdings" pitchFamily="2" charset="2"/>
                <a:buChar char="l"/>
                <a:defRPr sz="2000" b="1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75000"/>
                <a:buFont typeface="Wingdings" pitchFamily="2" charset="2"/>
                <a:buChar char="l"/>
                <a:defRPr sz="2000" b="1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 typeface="Arial" pitchFamily="34" charset="0"/>
                <a:buNone/>
              </a:pPr>
              <a:endParaRPr lang="zh-CN" altLang="en-US" sz="2400" b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37967" name="Rectangle 10"/>
            <p:cNvSpPr>
              <a:spLocks noChangeArrowheads="1"/>
            </p:cNvSpPr>
            <p:nvPr/>
          </p:nvSpPr>
          <p:spPr bwMode="auto">
            <a:xfrm>
              <a:off x="4750" y="651"/>
              <a:ext cx="104" cy="32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120000"/>
                </a:lnSpc>
                <a:spcBef>
                  <a:spcPct val="20000"/>
                </a:spcBef>
                <a:buClr>
                  <a:srgbClr val="0000CC"/>
                </a:buClr>
                <a:buSzPct val="75000"/>
                <a:buFont typeface="Wingdings" pitchFamily="2" charset="2"/>
                <a:buChar char="l"/>
                <a:defRPr sz="3200" b="1">
                  <a:solidFill>
                    <a:srgbClr val="0000CC"/>
                  </a:solidFill>
                  <a:latin typeface="Garamond" pitchFamily="18" charset="0"/>
                </a:defRPr>
              </a:lvl1pPr>
              <a:lvl2pPr marL="742950" indent="-285750">
                <a:lnSpc>
                  <a:spcPct val="80000"/>
                </a:lnSpc>
                <a:spcBef>
                  <a:spcPct val="20000"/>
                </a:spcBef>
                <a:buClr>
                  <a:srgbClr val="0000CC"/>
                </a:buClr>
                <a:buSzPct val="75000"/>
                <a:buFont typeface="Wingdings" pitchFamily="2" charset="2"/>
                <a:buChar char="l"/>
                <a:defRPr sz="2800" b="1">
                  <a:solidFill>
                    <a:srgbClr val="0000CC"/>
                  </a:solidFill>
                  <a:latin typeface="Garamond" pitchFamily="18" charset="0"/>
                </a:defRPr>
              </a:lvl2pPr>
              <a:lvl3pPr marL="1143000" indent="-228600">
                <a:lnSpc>
                  <a:spcPct val="80000"/>
                </a:lnSpc>
                <a:spcBef>
                  <a:spcPct val="20000"/>
                </a:spcBef>
                <a:buClr>
                  <a:srgbClr val="0000CC"/>
                </a:buClr>
                <a:buSzPct val="75000"/>
                <a:buFont typeface="Wingdings" pitchFamily="2" charset="2"/>
                <a:buChar char="l"/>
                <a:defRPr sz="2400" b="1">
                  <a:solidFill>
                    <a:srgbClr val="0000FF"/>
                  </a:solidFill>
                  <a:latin typeface="Garamond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CC"/>
                </a:buClr>
                <a:buSzPct val="75000"/>
                <a:buFont typeface="Wingdings" pitchFamily="2" charset="2"/>
                <a:buChar char="l"/>
                <a:defRPr sz="2000" b="1">
                  <a:solidFill>
                    <a:srgbClr val="0000CC"/>
                  </a:solidFill>
                  <a:latin typeface="Garamond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CC"/>
                </a:buClr>
                <a:buSzPct val="75000"/>
                <a:buFont typeface="Wingdings" pitchFamily="2" charset="2"/>
                <a:buChar char="l"/>
                <a:defRPr sz="2000" b="1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75000"/>
                <a:buFont typeface="Wingdings" pitchFamily="2" charset="2"/>
                <a:buChar char="l"/>
                <a:defRPr sz="2000" b="1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75000"/>
                <a:buFont typeface="Wingdings" pitchFamily="2" charset="2"/>
                <a:buChar char="l"/>
                <a:defRPr sz="2000" b="1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75000"/>
                <a:buFont typeface="Wingdings" pitchFamily="2" charset="2"/>
                <a:buChar char="l"/>
                <a:defRPr sz="2000" b="1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75000"/>
                <a:buFont typeface="Wingdings" pitchFamily="2" charset="2"/>
                <a:buChar char="l"/>
                <a:defRPr sz="2000" b="1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 typeface="Arial" pitchFamily="34" charset="0"/>
                <a:buNone/>
              </a:pPr>
              <a:endParaRPr lang="zh-CN" altLang="en-US" sz="2400" b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37968" name="Rectangle 11"/>
            <p:cNvSpPr>
              <a:spLocks noChangeArrowheads="1"/>
            </p:cNvSpPr>
            <p:nvPr/>
          </p:nvSpPr>
          <p:spPr bwMode="auto">
            <a:xfrm>
              <a:off x="5046" y="619"/>
              <a:ext cx="48" cy="32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120000"/>
                </a:lnSpc>
                <a:spcBef>
                  <a:spcPct val="20000"/>
                </a:spcBef>
                <a:buClr>
                  <a:srgbClr val="0000CC"/>
                </a:buClr>
                <a:buSzPct val="75000"/>
                <a:buFont typeface="Wingdings" pitchFamily="2" charset="2"/>
                <a:buChar char="l"/>
                <a:defRPr sz="3200" b="1">
                  <a:solidFill>
                    <a:srgbClr val="0000CC"/>
                  </a:solidFill>
                  <a:latin typeface="Garamond" pitchFamily="18" charset="0"/>
                </a:defRPr>
              </a:lvl1pPr>
              <a:lvl2pPr marL="742950" indent="-285750">
                <a:lnSpc>
                  <a:spcPct val="80000"/>
                </a:lnSpc>
                <a:spcBef>
                  <a:spcPct val="20000"/>
                </a:spcBef>
                <a:buClr>
                  <a:srgbClr val="0000CC"/>
                </a:buClr>
                <a:buSzPct val="75000"/>
                <a:buFont typeface="Wingdings" pitchFamily="2" charset="2"/>
                <a:buChar char="l"/>
                <a:defRPr sz="2800" b="1">
                  <a:solidFill>
                    <a:srgbClr val="0000CC"/>
                  </a:solidFill>
                  <a:latin typeface="Garamond" pitchFamily="18" charset="0"/>
                </a:defRPr>
              </a:lvl2pPr>
              <a:lvl3pPr marL="1143000" indent="-228600">
                <a:lnSpc>
                  <a:spcPct val="80000"/>
                </a:lnSpc>
                <a:spcBef>
                  <a:spcPct val="20000"/>
                </a:spcBef>
                <a:buClr>
                  <a:srgbClr val="0000CC"/>
                </a:buClr>
                <a:buSzPct val="75000"/>
                <a:buFont typeface="Wingdings" pitchFamily="2" charset="2"/>
                <a:buChar char="l"/>
                <a:defRPr sz="2400" b="1">
                  <a:solidFill>
                    <a:srgbClr val="0000FF"/>
                  </a:solidFill>
                  <a:latin typeface="Garamond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CC"/>
                </a:buClr>
                <a:buSzPct val="75000"/>
                <a:buFont typeface="Wingdings" pitchFamily="2" charset="2"/>
                <a:buChar char="l"/>
                <a:defRPr sz="2000" b="1">
                  <a:solidFill>
                    <a:srgbClr val="0000CC"/>
                  </a:solidFill>
                  <a:latin typeface="Garamond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CC"/>
                </a:buClr>
                <a:buSzPct val="75000"/>
                <a:buFont typeface="Wingdings" pitchFamily="2" charset="2"/>
                <a:buChar char="l"/>
                <a:defRPr sz="2000" b="1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75000"/>
                <a:buFont typeface="Wingdings" pitchFamily="2" charset="2"/>
                <a:buChar char="l"/>
                <a:defRPr sz="2000" b="1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75000"/>
                <a:buFont typeface="Wingdings" pitchFamily="2" charset="2"/>
                <a:buChar char="l"/>
                <a:defRPr sz="2000" b="1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75000"/>
                <a:buFont typeface="Wingdings" pitchFamily="2" charset="2"/>
                <a:buChar char="l"/>
                <a:defRPr sz="2000" b="1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75000"/>
                <a:buFont typeface="Wingdings" pitchFamily="2" charset="2"/>
                <a:buChar char="l"/>
                <a:defRPr sz="2000" b="1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 typeface="Arial" pitchFamily="34" charset="0"/>
                <a:buNone/>
              </a:pPr>
              <a:endParaRPr lang="zh-CN" altLang="en-US" sz="2400" b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grpSp>
          <p:nvGrpSpPr>
            <p:cNvPr id="37969" name="Group 12"/>
            <p:cNvGrpSpPr>
              <a:grpSpLocks/>
            </p:cNvGrpSpPr>
            <p:nvPr/>
          </p:nvGrpSpPr>
          <p:grpSpPr bwMode="auto">
            <a:xfrm>
              <a:off x="2661" y="136"/>
              <a:ext cx="100" cy="216"/>
              <a:chOff x="0" y="0"/>
              <a:chExt cx="136" cy="302"/>
            </a:xfrm>
          </p:grpSpPr>
          <p:sp>
            <p:nvSpPr>
              <p:cNvPr id="38022" name="Line 13"/>
              <p:cNvSpPr>
                <a:spLocks noChangeShapeType="1"/>
              </p:cNvSpPr>
              <p:nvPr/>
            </p:nvSpPr>
            <p:spPr bwMode="auto">
              <a:xfrm>
                <a:off x="68" y="62"/>
                <a:ext cx="0" cy="240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8023" name="AutoShape 14"/>
              <p:cNvSpPr>
                <a:spLocks noChangeArrowheads="1"/>
              </p:cNvSpPr>
              <p:nvPr/>
            </p:nvSpPr>
            <p:spPr bwMode="auto">
              <a:xfrm rot="10800000">
                <a:off x="0" y="0"/>
                <a:ext cx="136" cy="184"/>
              </a:xfrm>
              <a:prstGeom prst="triangle">
                <a:avLst>
                  <a:gd name="adj" fmla="val 49995"/>
                </a:avLst>
              </a:prstGeom>
              <a:solidFill>
                <a:srgbClr val="000000"/>
              </a:solidFill>
              <a:ln w="127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120000"/>
                  </a:lnSpc>
                  <a:spcBef>
                    <a:spcPct val="20000"/>
                  </a:spcBef>
                  <a:buClr>
                    <a:srgbClr val="0000CC"/>
                  </a:buClr>
                  <a:buSzPct val="75000"/>
                  <a:buFont typeface="Wingdings" pitchFamily="2" charset="2"/>
                  <a:buChar char="l"/>
                  <a:defRPr sz="3200" b="1">
                    <a:solidFill>
                      <a:srgbClr val="0000CC"/>
                    </a:solidFill>
                    <a:latin typeface="Garamond" pitchFamily="18" charset="0"/>
                  </a:defRPr>
                </a:lvl1pPr>
                <a:lvl2pPr marL="742950" indent="-285750">
                  <a:lnSpc>
                    <a:spcPct val="80000"/>
                  </a:lnSpc>
                  <a:spcBef>
                    <a:spcPct val="20000"/>
                  </a:spcBef>
                  <a:buClr>
                    <a:srgbClr val="0000CC"/>
                  </a:buClr>
                  <a:buSzPct val="75000"/>
                  <a:buFont typeface="Wingdings" pitchFamily="2" charset="2"/>
                  <a:buChar char="l"/>
                  <a:defRPr sz="2800" b="1">
                    <a:solidFill>
                      <a:srgbClr val="0000CC"/>
                    </a:solidFill>
                    <a:latin typeface="Garamond" pitchFamily="18" charset="0"/>
                  </a:defRPr>
                </a:lvl2pPr>
                <a:lvl3pPr marL="1143000" indent="-228600">
                  <a:lnSpc>
                    <a:spcPct val="80000"/>
                  </a:lnSpc>
                  <a:spcBef>
                    <a:spcPct val="20000"/>
                  </a:spcBef>
                  <a:buClr>
                    <a:srgbClr val="0000CC"/>
                  </a:buClr>
                  <a:buSzPct val="75000"/>
                  <a:buFont typeface="Wingdings" pitchFamily="2" charset="2"/>
                  <a:buChar char="l"/>
                  <a:defRPr sz="2400" b="1">
                    <a:solidFill>
                      <a:srgbClr val="0000FF"/>
                    </a:solidFill>
                    <a:latin typeface="Garamond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CC"/>
                  </a:buClr>
                  <a:buSzPct val="75000"/>
                  <a:buFont typeface="Wingdings" pitchFamily="2" charset="2"/>
                  <a:buChar char="l"/>
                  <a:defRPr sz="2000" b="1">
                    <a:solidFill>
                      <a:srgbClr val="0000CC"/>
                    </a:solidFill>
                    <a:latin typeface="Garamond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CC"/>
                  </a:buClr>
                  <a:buSzPct val="75000"/>
                  <a:buFont typeface="Wingdings" pitchFamily="2" charset="2"/>
                  <a:buChar char="l"/>
                  <a:defRPr sz="2000" b="1">
                    <a:solidFill>
                      <a:schemeClr val="tx1"/>
                    </a:solidFill>
                    <a:latin typeface="Arial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CC"/>
                  </a:buClr>
                  <a:buSzPct val="75000"/>
                  <a:buFont typeface="Wingdings" pitchFamily="2" charset="2"/>
                  <a:buChar char="l"/>
                  <a:defRPr sz="2000" b="1">
                    <a:solidFill>
                      <a:schemeClr val="tx1"/>
                    </a:solidFill>
                    <a:latin typeface="Arial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CC"/>
                  </a:buClr>
                  <a:buSzPct val="75000"/>
                  <a:buFont typeface="Wingdings" pitchFamily="2" charset="2"/>
                  <a:buChar char="l"/>
                  <a:defRPr sz="2000" b="1">
                    <a:solidFill>
                      <a:schemeClr val="tx1"/>
                    </a:solidFill>
                    <a:latin typeface="Arial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CC"/>
                  </a:buClr>
                  <a:buSzPct val="75000"/>
                  <a:buFont typeface="Wingdings" pitchFamily="2" charset="2"/>
                  <a:buChar char="l"/>
                  <a:defRPr sz="2000" b="1">
                    <a:solidFill>
                      <a:schemeClr val="tx1"/>
                    </a:solidFill>
                    <a:latin typeface="Arial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CC"/>
                  </a:buClr>
                  <a:buSzPct val="75000"/>
                  <a:buFont typeface="Wingdings" pitchFamily="2" charset="2"/>
                  <a:buChar char="l"/>
                  <a:defRPr sz="2000" b="1">
                    <a:solidFill>
                      <a:schemeClr val="tx1"/>
                    </a:solidFill>
                    <a:latin typeface="Arial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 typeface="Arial" pitchFamily="34" charset="0"/>
                  <a:buNone/>
                </a:pPr>
                <a:endParaRPr lang="zh-CN" altLang="en-US" sz="2400" b="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endParaRPr>
              </a:p>
            </p:txBody>
          </p:sp>
        </p:grpSp>
        <p:grpSp>
          <p:nvGrpSpPr>
            <p:cNvPr id="37970" name="Group 15"/>
            <p:cNvGrpSpPr>
              <a:grpSpLocks/>
            </p:cNvGrpSpPr>
            <p:nvPr/>
          </p:nvGrpSpPr>
          <p:grpSpPr bwMode="auto">
            <a:xfrm>
              <a:off x="2668" y="432"/>
              <a:ext cx="100" cy="216"/>
              <a:chOff x="0" y="0"/>
              <a:chExt cx="136" cy="302"/>
            </a:xfrm>
          </p:grpSpPr>
          <p:sp>
            <p:nvSpPr>
              <p:cNvPr id="38020" name="Line 16"/>
              <p:cNvSpPr>
                <a:spLocks noChangeShapeType="1"/>
              </p:cNvSpPr>
              <p:nvPr/>
            </p:nvSpPr>
            <p:spPr bwMode="auto">
              <a:xfrm>
                <a:off x="68" y="62"/>
                <a:ext cx="0" cy="240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8021" name="AutoShape 17"/>
              <p:cNvSpPr>
                <a:spLocks noChangeArrowheads="1"/>
              </p:cNvSpPr>
              <p:nvPr/>
            </p:nvSpPr>
            <p:spPr bwMode="auto">
              <a:xfrm rot="10800000">
                <a:off x="0" y="0"/>
                <a:ext cx="136" cy="184"/>
              </a:xfrm>
              <a:prstGeom prst="triangle">
                <a:avLst>
                  <a:gd name="adj" fmla="val 49995"/>
                </a:avLst>
              </a:prstGeom>
              <a:solidFill>
                <a:srgbClr val="000000"/>
              </a:solidFill>
              <a:ln w="127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120000"/>
                  </a:lnSpc>
                  <a:spcBef>
                    <a:spcPct val="20000"/>
                  </a:spcBef>
                  <a:buClr>
                    <a:srgbClr val="0000CC"/>
                  </a:buClr>
                  <a:buSzPct val="75000"/>
                  <a:buFont typeface="Wingdings" pitchFamily="2" charset="2"/>
                  <a:buChar char="l"/>
                  <a:defRPr sz="3200" b="1">
                    <a:solidFill>
                      <a:srgbClr val="0000CC"/>
                    </a:solidFill>
                    <a:latin typeface="Garamond" pitchFamily="18" charset="0"/>
                  </a:defRPr>
                </a:lvl1pPr>
                <a:lvl2pPr marL="742950" indent="-285750">
                  <a:lnSpc>
                    <a:spcPct val="80000"/>
                  </a:lnSpc>
                  <a:spcBef>
                    <a:spcPct val="20000"/>
                  </a:spcBef>
                  <a:buClr>
                    <a:srgbClr val="0000CC"/>
                  </a:buClr>
                  <a:buSzPct val="75000"/>
                  <a:buFont typeface="Wingdings" pitchFamily="2" charset="2"/>
                  <a:buChar char="l"/>
                  <a:defRPr sz="2800" b="1">
                    <a:solidFill>
                      <a:srgbClr val="0000CC"/>
                    </a:solidFill>
                    <a:latin typeface="Garamond" pitchFamily="18" charset="0"/>
                  </a:defRPr>
                </a:lvl2pPr>
                <a:lvl3pPr marL="1143000" indent="-228600">
                  <a:lnSpc>
                    <a:spcPct val="80000"/>
                  </a:lnSpc>
                  <a:spcBef>
                    <a:spcPct val="20000"/>
                  </a:spcBef>
                  <a:buClr>
                    <a:srgbClr val="0000CC"/>
                  </a:buClr>
                  <a:buSzPct val="75000"/>
                  <a:buFont typeface="Wingdings" pitchFamily="2" charset="2"/>
                  <a:buChar char="l"/>
                  <a:defRPr sz="2400" b="1">
                    <a:solidFill>
                      <a:srgbClr val="0000FF"/>
                    </a:solidFill>
                    <a:latin typeface="Garamond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CC"/>
                  </a:buClr>
                  <a:buSzPct val="75000"/>
                  <a:buFont typeface="Wingdings" pitchFamily="2" charset="2"/>
                  <a:buChar char="l"/>
                  <a:defRPr sz="2000" b="1">
                    <a:solidFill>
                      <a:srgbClr val="0000CC"/>
                    </a:solidFill>
                    <a:latin typeface="Garamond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CC"/>
                  </a:buClr>
                  <a:buSzPct val="75000"/>
                  <a:buFont typeface="Wingdings" pitchFamily="2" charset="2"/>
                  <a:buChar char="l"/>
                  <a:defRPr sz="2000" b="1">
                    <a:solidFill>
                      <a:schemeClr val="tx1"/>
                    </a:solidFill>
                    <a:latin typeface="Arial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CC"/>
                  </a:buClr>
                  <a:buSzPct val="75000"/>
                  <a:buFont typeface="Wingdings" pitchFamily="2" charset="2"/>
                  <a:buChar char="l"/>
                  <a:defRPr sz="2000" b="1">
                    <a:solidFill>
                      <a:schemeClr val="tx1"/>
                    </a:solidFill>
                    <a:latin typeface="Arial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CC"/>
                  </a:buClr>
                  <a:buSzPct val="75000"/>
                  <a:buFont typeface="Wingdings" pitchFamily="2" charset="2"/>
                  <a:buChar char="l"/>
                  <a:defRPr sz="2000" b="1">
                    <a:solidFill>
                      <a:schemeClr val="tx1"/>
                    </a:solidFill>
                    <a:latin typeface="Arial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CC"/>
                  </a:buClr>
                  <a:buSzPct val="75000"/>
                  <a:buFont typeface="Wingdings" pitchFamily="2" charset="2"/>
                  <a:buChar char="l"/>
                  <a:defRPr sz="2000" b="1">
                    <a:solidFill>
                      <a:schemeClr val="tx1"/>
                    </a:solidFill>
                    <a:latin typeface="Arial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CC"/>
                  </a:buClr>
                  <a:buSzPct val="75000"/>
                  <a:buFont typeface="Wingdings" pitchFamily="2" charset="2"/>
                  <a:buChar char="l"/>
                  <a:defRPr sz="2000" b="1">
                    <a:solidFill>
                      <a:schemeClr val="tx1"/>
                    </a:solidFill>
                    <a:latin typeface="Arial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 typeface="Arial" pitchFamily="34" charset="0"/>
                  <a:buNone/>
                </a:pPr>
                <a:endParaRPr lang="zh-CN" altLang="en-US" sz="2400" b="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endParaRPr>
              </a:p>
            </p:txBody>
          </p:sp>
        </p:grpSp>
        <p:grpSp>
          <p:nvGrpSpPr>
            <p:cNvPr id="37971" name="Group 18"/>
            <p:cNvGrpSpPr>
              <a:grpSpLocks/>
            </p:cNvGrpSpPr>
            <p:nvPr/>
          </p:nvGrpSpPr>
          <p:grpSpPr bwMode="auto">
            <a:xfrm>
              <a:off x="2677" y="729"/>
              <a:ext cx="100" cy="216"/>
              <a:chOff x="0" y="0"/>
              <a:chExt cx="136" cy="302"/>
            </a:xfrm>
          </p:grpSpPr>
          <p:sp>
            <p:nvSpPr>
              <p:cNvPr id="38018" name="Line 19"/>
              <p:cNvSpPr>
                <a:spLocks noChangeShapeType="1"/>
              </p:cNvSpPr>
              <p:nvPr/>
            </p:nvSpPr>
            <p:spPr bwMode="auto">
              <a:xfrm>
                <a:off x="68" y="62"/>
                <a:ext cx="0" cy="240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8019" name="AutoShape 20"/>
              <p:cNvSpPr>
                <a:spLocks noChangeArrowheads="1"/>
              </p:cNvSpPr>
              <p:nvPr/>
            </p:nvSpPr>
            <p:spPr bwMode="auto">
              <a:xfrm rot="10800000">
                <a:off x="0" y="0"/>
                <a:ext cx="136" cy="184"/>
              </a:xfrm>
              <a:prstGeom prst="triangle">
                <a:avLst>
                  <a:gd name="adj" fmla="val 49995"/>
                </a:avLst>
              </a:prstGeom>
              <a:solidFill>
                <a:srgbClr val="000000"/>
              </a:solidFill>
              <a:ln w="127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120000"/>
                  </a:lnSpc>
                  <a:spcBef>
                    <a:spcPct val="20000"/>
                  </a:spcBef>
                  <a:buClr>
                    <a:srgbClr val="0000CC"/>
                  </a:buClr>
                  <a:buSzPct val="75000"/>
                  <a:buFont typeface="Wingdings" pitchFamily="2" charset="2"/>
                  <a:buChar char="l"/>
                  <a:defRPr sz="3200" b="1">
                    <a:solidFill>
                      <a:srgbClr val="0000CC"/>
                    </a:solidFill>
                    <a:latin typeface="Garamond" pitchFamily="18" charset="0"/>
                  </a:defRPr>
                </a:lvl1pPr>
                <a:lvl2pPr marL="742950" indent="-285750">
                  <a:lnSpc>
                    <a:spcPct val="80000"/>
                  </a:lnSpc>
                  <a:spcBef>
                    <a:spcPct val="20000"/>
                  </a:spcBef>
                  <a:buClr>
                    <a:srgbClr val="0000CC"/>
                  </a:buClr>
                  <a:buSzPct val="75000"/>
                  <a:buFont typeface="Wingdings" pitchFamily="2" charset="2"/>
                  <a:buChar char="l"/>
                  <a:defRPr sz="2800" b="1">
                    <a:solidFill>
                      <a:srgbClr val="0000CC"/>
                    </a:solidFill>
                    <a:latin typeface="Garamond" pitchFamily="18" charset="0"/>
                  </a:defRPr>
                </a:lvl2pPr>
                <a:lvl3pPr marL="1143000" indent="-228600">
                  <a:lnSpc>
                    <a:spcPct val="80000"/>
                  </a:lnSpc>
                  <a:spcBef>
                    <a:spcPct val="20000"/>
                  </a:spcBef>
                  <a:buClr>
                    <a:srgbClr val="0000CC"/>
                  </a:buClr>
                  <a:buSzPct val="75000"/>
                  <a:buFont typeface="Wingdings" pitchFamily="2" charset="2"/>
                  <a:buChar char="l"/>
                  <a:defRPr sz="2400" b="1">
                    <a:solidFill>
                      <a:srgbClr val="0000FF"/>
                    </a:solidFill>
                    <a:latin typeface="Garamond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CC"/>
                  </a:buClr>
                  <a:buSzPct val="75000"/>
                  <a:buFont typeface="Wingdings" pitchFamily="2" charset="2"/>
                  <a:buChar char="l"/>
                  <a:defRPr sz="2000" b="1">
                    <a:solidFill>
                      <a:srgbClr val="0000CC"/>
                    </a:solidFill>
                    <a:latin typeface="Garamond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CC"/>
                  </a:buClr>
                  <a:buSzPct val="75000"/>
                  <a:buFont typeface="Wingdings" pitchFamily="2" charset="2"/>
                  <a:buChar char="l"/>
                  <a:defRPr sz="2000" b="1">
                    <a:solidFill>
                      <a:schemeClr val="tx1"/>
                    </a:solidFill>
                    <a:latin typeface="Arial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CC"/>
                  </a:buClr>
                  <a:buSzPct val="75000"/>
                  <a:buFont typeface="Wingdings" pitchFamily="2" charset="2"/>
                  <a:buChar char="l"/>
                  <a:defRPr sz="2000" b="1">
                    <a:solidFill>
                      <a:schemeClr val="tx1"/>
                    </a:solidFill>
                    <a:latin typeface="Arial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CC"/>
                  </a:buClr>
                  <a:buSzPct val="75000"/>
                  <a:buFont typeface="Wingdings" pitchFamily="2" charset="2"/>
                  <a:buChar char="l"/>
                  <a:defRPr sz="2000" b="1">
                    <a:solidFill>
                      <a:schemeClr val="tx1"/>
                    </a:solidFill>
                    <a:latin typeface="Arial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CC"/>
                  </a:buClr>
                  <a:buSzPct val="75000"/>
                  <a:buFont typeface="Wingdings" pitchFamily="2" charset="2"/>
                  <a:buChar char="l"/>
                  <a:defRPr sz="2000" b="1">
                    <a:solidFill>
                      <a:schemeClr val="tx1"/>
                    </a:solidFill>
                    <a:latin typeface="Arial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CC"/>
                  </a:buClr>
                  <a:buSzPct val="75000"/>
                  <a:buFont typeface="Wingdings" pitchFamily="2" charset="2"/>
                  <a:buChar char="l"/>
                  <a:defRPr sz="2000" b="1">
                    <a:solidFill>
                      <a:schemeClr val="tx1"/>
                    </a:solidFill>
                    <a:latin typeface="Arial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 typeface="Arial" pitchFamily="34" charset="0"/>
                  <a:buNone/>
                </a:pPr>
                <a:endParaRPr lang="zh-CN" altLang="en-US" sz="2400" b="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endParaRPr>
              </a:p>
            </p:txBody>
          </p:sp>
        </p:grpSp>
        <p:sp>
          <p:nvSpPr>
            <p:cNvPr id="37972" name="Line 21"/>
            <p:cNvSpPr>
              <a:spLocks noChangeShapeType="1"/>
            </p:cNvSpPr>
            <p:nvPr/>
          </p:nvSpPr>
          <p:spPr bwMode="auto">
            <a:xfrm>
              <a:off x="729" y="649"/>
              <a:ext cx="206" cy="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7973" name="Rectangle 22"/>
            <p:cNvSpPr>
              <a:spLocks noChangeArrowheads="1"/>
            </p:cNvSpPr>
            <p:nvPr/>
          </p:nvSpPr>
          <p:spPr bwMode="auto">
            <a:xfrm>
              <a:off x="934" y="459"/>
              <a:ext cx="600" cy="352"/>
            </a:xfrm>
            <a:prstGeom prst="rect">
              <a:avLst/>
            </a:prstGeom>
            <a:noFill/>
            <a:ln w="1905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lnSpc>
                  <a:spcPct val="120000"/>
                </a:lnSpc>
                <a:spcBef>
                  <a:spcPct val="20000"/>
                </a:spcBef>
                <a:buClr>
                  <a:srgbClr val="0000CC"/>
                </a:buClr>
                <a:buSzPct val="75000"/>
                <a:buFont typeface="Wingdings" pitchFamily="2" charset="2"/>
                <a:buChar char="l"/>
                <a:defRPr sz="3200" b="1">
                  <a:solidFill>
                    <a:srgbClr val="0000CC"/>
                  </a:solidFill>
                  <a:latin typeface="Garamond" pitchFamily="18" charset="0"/>
                </a:defRPr>
              </a:lvl1pPr>
              <a:lvl2pPr marL="742950" indent="-285750">
                <a:lnSpc>
                  <a:spcPct val="80000"/>
                </a:lnSpc>
                <a:spcBef>
                  <a:spcPct val="20000"/>
                </a:spcBef>
                <a:buClr>
                  <a:srgbClr val="0000CC"/>
                </a:buClr>
                <a:buSzPct val="75000"/>
                <a:buFont typeface="Wingdings" pitchFamily="2" charset="2"/>
                <a:buChar char="l"/>
                <a:defRPr sz="2800" b="1">
                  <a:solidFill>
                    <a:srgbClr val="0000CC"/>
                  </a:solidFill>
                  <a:latin typeface="Garamond" pitchFamily="18" charset="0"/>
                </a:defRPr>
              </a:lvl2pPr>
              <a:lvl3pPr marL="1143000" indent="-228600">
                <a:lnSpc>
                  <a:spcPct val="80000"/>
                </a:lnSpc>
                <a:spcBef>
                  <a:spcPct val="20000"/>
                </a:spcBef>
                <a:buClr>
                  <a:srgbClr val="0000CC"/>
                </a:buClr>
                <a:buSzPct val="75000"/>
                <a:buFont typeface="Wingdings" pitchFamily="2" charset="2"/>
                <a:buChar char="l"/>
                <a:defRPr sz="2400" b="1">
                  <a:solidFill>
                    <a:srgbClr val="0000FF"/>
                  </a:solidFill>
                  <a:latin typeface="Garamond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CC"/>
                </a:buClr>
                <a:buSzPct val="75000"/>
                <a:buFont typeface="Wingdings" pitchFamily="2" charset="2"/>
                <a:buChar char="l"/>
                <a:defRPr sz="2000" b="1">
                  <a:solidFill>
                    <a:srgbClr val="0000CC"/>
                  </a:solidFill>
                  <a:latin typeface="Garamond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CC"/>
                </a:buClr>
                <a:buSzPct val="75000"/>
                <a:buFont typeface="Wingdings" pitchFamily="2" charset="2"/>
                <a:buChar char="l"/>
                <a:defRPr sz="2000" b="1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75000"/>
                <a:buFont typeface="Wingdings" pitchFamily="2" charset="2"/>
                <a:buChar char="l"/>
                <a:defRPr sz="2000" b="1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75000"/>
                <a:buFont typeface="Wingdings" pitchFamily="2" charset="2"/>
                <a:buChar char="l"/>
                <a:defRPr sz="2000" b="1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75000"/>
                <a:buFont typeface="Wingdings" pitchFamily="2" charset="2"/>
                <a:buChar char="l"/>
                <a:defRPr sz="2000" b="1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75000"/>
                <a:buFont typeface="Wingdings" pitchFamily="2" charset="2"/>
                <a:buChar char="l"/>
                <a:defRPr sz="2000" b="1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 typeface="Arial" pitchFamily="34" charset="0"/>
                <a:buNone/>
              </a:pPr>
              <a:endParaRPr lang="zh-CN" altLang="en-US" sz="2400" b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37974" name="Text Box 23"/>
            <p:cNvSpPr txBox="1">
              <a:spLocks noChangeArrowheads="1"/>
            </p:cNvSpPr>
            <p:nvPr/>
          </p:nvSpPr>
          <p:spPr bwMode="auto">
            <a:xfrm>
              <a:off x="941" y="478"/>
              <a:ext cx="614" cy="2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120000"/>
                </a:lnSpc>
                <a:spcBef>
                  <a:spcPct val="20000"/>
                </a:spcBef>
                <a:buClr>
                  <a:srgbClr val="0000CC"/>
                </a:buClr>
                <a:buSzPct val="75000"/>
                <a:buFont typeface="Wingdings" pitchFamily="2" charset="2"/>
                <a:buChar char="l"/>
                <a:defRPr sz="3200" b="1">
                  <a:solidFill>
                    <a:srgbClr val="0000CC"/>
                  </a:solidFill>
                  <a:latin typeface="Garamond" pitchFamily="18" charset="0"/>
                </a:defRPr>
              </a:lvl1pPr>
              <a:lvl2pPr marL="742950" indent="-285750">
                <a:lnSpc>
                  <a:spcPct val="80000"/>
                </a:lnSpc>
                <a:spcBef>
                  <a:spcPct val="20000"/>
                </a:spcBef>
                <a:buClr>
                  <a:srgbClr val="0000CC"/>
                </a:buClr>
                <a:buSzPct val="75000"/>
                <a:buFont typeface="Wingdings" pitchFamily="2" charset="2"/>
                <a:buChar char="l"/>
                <a:defRPr sz="2800" b="1">
                  <a:solidFill>
                    <a:srgbClr val="0000CC"/>
                  </a:solidFill>
                  <a:latin typeface="Garamond" pitchFamily="18" charset="0"/>
                </a:defRPr>
              </a:lvl2pPr>
              <a:lvl3pPr marL="1143000" indent="-228600">
                <a:lnSpc>
                  <a:spcPct val="80000"/>
                </a:lnSpc>
                <a:spcBef>
                  <a:spcPct val="20000"/>
                </a:spcBef>
                <a:buClr>
                  <a:srgbClr val="0000CC"/>
                </a:buClr>
                <a:buSzPct val="75000"/>
                <a:buFont typeface="Wingdings" pitchFamily="2" charset="2"/>
                <a:buChar char="l"/>
                <a:defRPr sz="2400" b="1">
                  <a:solidFill>
                    <a:srgbClr val="0000FF"/>
                  </a:solidFill>
                  <a:latin typeface="Garamond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CC"/>
                </a:buClr>
                <a:buSzPct val="75000"/>
                <a:buFont typeface="Wingdings" pitchFamily="2" charset="2"/>
                <a:buChar char="l"/>
                <a:defRPr sz="2000" b="1">
                  <a:solidFill>
                    <a:srgbClr val="0000CC"/>
                  </a:solidFill>
                  <a:latin typeface="Garamond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CC"/>
                </a:buClr>
                <a:buSzPct val="75000"/>
                <a:buFont typeface="Wingdings" pitchFamily="2" charset="2"/>
                <a:buChar char="l"/>
                <a:defRPr sz="2000" b="1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75000"/>
                <a:buFont typeface="Wingdings" pitchFamily="2" charset="2"/>
                <a:buChar char="l"/>
                <a:defRPr sz="2000" b="1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75000"/>
                <a:buFont typeface="Wingdings" pitchFamily="2" charset="2"/>
                <a:buChar char="l"/>
                <a:defRPr sz="2000" b="1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75000"/>
                <a:buFont typeface="Wingdings" pitchFamily="2" charset="2"/>
                <a:buChar char="l"/>
                <a:defRPr sz="2000" b="1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75000"/>
                <a:buFont typeface="Wingdings" pitchFamily="2" charset="2"/>
                <a:buChar char="l"/>
                <a:defRPr sz="2000" b="1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50000"/>
                </a:spcBef>
                <a:buClrTx/>
                <a:buSzTx/>
                <a:buFont typeface="Arial" pitchFamily="34" charset="0"/>
                <a:buNone/>
              </a:pPr>
              <a:r>
                <a:rPr lang="en-US" altLang="zh-CN" sz="1400">
                  <a:solidFill>
                    <a:srgbClr val="000000"/>
                  </a:solidFill>
                  <a:latin typeface="Times New Roman" pitchFamily="18" charset="0"/>
                  <a:ea typeface="宋体" pitchFamily="2" charset="-122"/>
                </a:rPr>
                <a:t>High-Rate</a:t>
              </a:r>
            </a:p>
            <a:p>
              <a:pPr algn="ctr" eaLnBrk="1" hangingPunct="1">
                <a:lnSpc>
                  <a:spcPct val="20000"/>
                </a:lnSpc>
                <a:spcBef>
                  <a:spcPct val="50000"/>
                </a:spcBef>
                <a:buClrTx/>
                <a:buSzTx/>
                <a:buFont typeface="Arial" pitchFamily="34" charset="0"/>
                <a:buNone/>
              </a:pPr>
              <a:r>
                <a:rPr lang="en-US" altLang="zh-CN" sz="1400">
                  <a:solidFill>
                    <a:srgbClr val="000000"/>
                  </a:solidFill>
                  <a:latin typeface="Times New Roman" pitchFamily="18" charset="0"/>
                  <a:ea typeface="宋体" pitchFamily="2" charset="-122"/>
                </a:rPr>
                <a:t>Quantizer</a:t>
              </a:r>
            </a:p>
          </p:txBody>
        </p:sp>
        <p:sp>
          <p:nvSpPr>
            <p:cNvPr id="37975" name="Line 24"/>
            <p:cNvSpPr>
              <a:spLocks noChangeShapeType="1"/>
            </p:cNvSpPr>
            <p:nvPr/>
          </p:nvSpPr>
          <p:spPr bwMode="auto">
            <a:xfrm>
              <a:off x="1553" y="649"/>
              <a:ext cx="206" cy="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7976" name="Rectangle 25"/>
            <p:cNvSpPr>
              <a:spLocks noChangeArrowheads="1"/>
            </p:cNvSpPr>
            <p:nvPr/>
          </p:nvSpPr>
          <p:spPr bwMode="auto">
            <a:xfrm>
              <a:off x="1766" y="459"/>
              <a:ext cx="600" cy="360"/>
            </a:xfrm>
            <a:prstGeom prst="rect">
              <a:avLst/>
            </a:prstGeom>
            <a:noFill/>
            <a:ln w="1905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lnSpc>
                  <a:spcPct val="120000"/>
                </a:lnSpc>
                <a:spcBef>
                  <a:spcPct val="20000"/>
                </a:spcBef>
                <a:buClr>
                  <a:srgbClr val="0000CC"/>
                </a:buClr>
                <a:buSzPct val="75000"/>
                <a:buFont typeface="Wingdings" pitchFamily="2" charset="2"/>
                <a:buChar char="l"/>
                <a:defRPr sz="3200" b="1">
                  <a:solidFill>
                    <a:srgbClr val="0000CC"/>
                  </a:solidFill>
                  <a:latin typeface="Garamond" pitchFamily="18" charset="0"/>
                </a:defRPr>
              </a:lvl1pPr>
              <a:lvl2pPr marL="742950" indent="-285750">
                <a:lnSpc>
                  <a:spcPct val="80000"/>
                </a:lnSpc>
                <a:spcBef>
                  <a:spcPct val="20000"/>
                </a:spcBef>
                <a:buClr>
                  <a:srgbClr val="0000CC"/>
                </a:buClr>
                <a:buSzPct val="75000"/>
                <a:buFont typeface="Wingdings" pitchFamily="2" charset="2"/>
                <a:buChar char="l"/>
                <a:defRPr sz="2800" b="1">
                  <a:solidFill>
                    <a:srgbClr val="0000CC"/>
                  </a:solidFill>
                  <a:latin typeface="Garamond" pitchFamily="18" charset="0"/>
                </a:defRPr>
              </a:lvl2pPr>
              <a:lvl3pPr marL="1143000" indent="-228600">
                <a:lnSpc>
                  <a:spcPct val="80000"/>
                </a:lnSpc>
                <a:spcBef>
                  <a:spcPct val="20000"/>
                </a:spcBef>
                <a:buClr>
                  <a:srgbClr val="0000CC"/>
                </a:buClr>
                <a:buSzPct val="75000"/>
                <a:buFont typeface="Wingdings" pitchFamily="2" charset="2"/>
                <a:buChar char="l"/>
                <a:defRPr sz="2400" b="1">
                  <a:solidFill>
                    <a:srgbClr val="0000FF"/>
                  </a:solidFill>
                  <a:latin typeface="Garamond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CC"/>
                </a:buClr>
                <a:buSzPct val="75000"/>
                <a:buFont typeface="Wingdings" pitchFamily="2" charset="2"/>
                <a:buChar char="l"/>
                <a:defRPr sz="2000" b="1">
                  <a:solidFill>
                    <a:srgbClr val="0000CC"/>
                  </a:solidFill>
                  <a:latin typeface="Garamond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CC"/>
                </a:buClr>
                <a:buSzPct val="75000"/>
                <a:buFont typeface="Wingdings" pitchFamily="2" charset="2"/>
                <a:buChar char="l"/>
                <a:defRPr sz="2000" b="1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75000"/>
                <a:buFont typeface="Wingdings" pitchFamily="2" charset="2"/>
                <a:buChar char="l"/>
                <a:defRPr sz="2000" b="1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75000"/>
                <a:buFont typeface="Wingdings" pitchFamily="2" charset="2"/>
                <a:buChar char="l"/>
                <a:defRPr sz="2000" b="1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75000"/>
                <a:buFont typeface="Wingdings" pitchFamily="2" charset="2"/>
                <a:buChar char="l"/>
                <a:defRPr sz="2000" b="1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75000"/>
                <a:buFont typeface="Wingdings" pitchFamily="2" charset="2"/>
                <a:buChar char="l"/>
                <a:defRPr sz="2000" b="1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 typeface="Arial" pitchFamily="34" charset="0"/>
                <a:buNone/>
              </a:pPr>
              <a:endParaRPr lang="zh-CN" altLang="en-US" sz="2400" b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37977" name="Text Box 26"/>
            <p:cNvSpPr txBox="1">
              <a:spLocks noChangeArrowheads="1"/>
            </p:cNvSpPr>
            <p:nvPr/>
          </p:nvSpPr>
          <p:spPr bwMode="auto">
            <a:xfrm>
              <a:off x="1637" y="470"/>
              <a:ext cx="878" cy="2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120000"/>
                </a:lnSpc>
                <a:spcBef>
                  <a:spcPct val="20000"/>
                </a:spcBef>
                <a:buClr>
                  <a:srgbClr val="0000CC"/>
                </a:buClr>
                <a:buSzPct val="75000"/>
                <a:buFont typeface="Wingdings" pitchFamily="2" charset="2"/>
                <a:buChar char="l"/>
                <a:defRPr sz="3200" b="1">
                  <a:solidFill>
                    <a:srgbClr val="0000CC"/>
                  </a:solidFill>
                  <a:latin typeface="Garamond" pitchFamily="18" charset="0"/>
                </a:defRPr>
              </a:lvl1pPr>
              <a:lvl2pPr marL="742950" indent="-285750">
                <a:lnSpc>
                  <a:spcPct val="80000"/>
                </a:lnSpc>
                <a:spcBef>
                  <a:spcPct val="20000"/>
                </a:spcBef>
                <a:buClr>
                  <a:srgbClr val="0000CC"/>
                </a:buClr>
                <a:buSzPct val="75000"/>
                <a:buFont typeface="Wingdings" pitchFamily="2" charset="2"/>
                <a:buChar char="l"/>
                <a:defRPr sz="2800" b="1">
                  <a:solidFill>
                    <a:srgbClr val="0000CC"/>
                  </a:solidFill>
                  <a:latin typeface="Garamond" pitchFamily="18" charset="0"/>
                </a:defRPr>
              </a:lvl2pPr>
              <a:lvl3pPr marL="1143000" indent="-228600">
                <a:lnSpc>
                  <a:spcPct val="80000"/>
                </a:lnSpc>
                <a:spcBef>
                  <a:spcPct val="20000"/>
                </a:spcBef>
                <a:buClr>
                  <a:srgbClr val="0000CC"/>
                </a:buClr>
                <a:buSzPct val="75000"/>
                <a:buFont typeface="Wingdings" pitchFamily="2" charset="2"/>
                <a:buChar char="l"/>
                <a:defRPr sz="2400" b="1">
                  <a:solidFill>
                    <a:srgbClr val="0000FF"/>
                  </a:solidFill>
                  <a:latin typeface="Garamond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CC"/>
                </a:buClr>
                <a:buSzPct val="75000"/>
                <a:buFont typeface="Wingdings" pitchFamily="2" charset="2"/>
                <a:buChar char="l"/>
                <a:defRPr sz="2000" b="1">
                  <a:solidFill>
                    <a:srgbClr val="0000CC"/>
                  </a:solidFill>
                  <a:latin typeface="Garamond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CC"/>
                </a:buClr>
                <a:buSzPct val="75000"/>
                <a:buFont typeface="Wingdings" pitchFamily="2" charset="2"/>
                <a:buChar char="l"/>
                <a:defRPr sz="2000" b="1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75000"/>
                <a:buFont typeface="Wingdings" pitchFamily="2" charset="2"/>
                <a:buChar char="l"/>
                <a:defRPr sz="2000" b="1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75000"/>
                <a:buFont typeface="Wingdings" pitchFamily="2" charset="2"/>
                <a:buChar char="l"/>
                <a:defRPr sz="2000" b="1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75000"/>
                <a:buFont typeface="Wingdings" pitchFamily="2" charset="2"/>
                <a:buChar char="l"/>
                <a:defRPr sz="2000" b="1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75000"/>
                <a:buFont typeface="Wingdings" pitchFamily="2" charset="2"/>
                <a:buChar char="l"/>
                <a:defRPr sz="2000" b="1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50000"/>
                </a:spcBef>
                <a:buClrTx/>
                <a:buSzTx/>
                <a:buFont typeface="Arial" pitchFamily="34" charset="0"/>
                <a:buNone/>
              </a:pPr>
              <a:r>
                <a:rPr lang="en-US" altLang="zh-CN" sz="1400">
                  <a:solidFill>
                    <a:srgbClr val="000000"/>
                  </a:solidFill>
                  <a:latin typeface="Times New Roman" pitchFamily="18" charset="0"/>
                  <a:ea typeface="宋体" pitchFamily="2" charset="-122"/>
                </a:rPr>
                <a:t>ST Code</a:t>
              </a:r>
            </a:p>
            <a:p>
              <a:pPr algn="ctr" eaLnBrk="1" hangingPunct="1">
                <a:lnSpc>
                  <a:spcPct val="20000"/>
                </a:lnSpc>
                <a:spcBef>
                  <a:spcPct val="50000"/>
                </a:spcBef>
                <a:buClrTx/>
                <a:buSzTx/>
                <a:buFont typeface="Arial" pitchFamily="34" charset="0"/>
                <a:buNone/>
              </a:pPr>
              <a:r>
                <a:rPr lang="en-US" altLang="zh-CN" sz="1400" i="1">
                  <a:solidFill>
                    <a:srgbClr val="000000"/>
                  </a:solidFill>
                  <a:latin typeface="Times New Roman" pitchFamily="18" charset="0"/>
                  <a:ea typeface="宋体" pitchFamily="2" charset="-122"/>
                </a:rPr>
                <a:t>High Rate</a:t>
              </a:r>
            </a:p>
          </p:txBody>
        </p:sp>
        <p:sp>
          <p:nvSpPr>
            <p:cNvPr id="37978" name="Line 27"/>
            <p:cNvSpPr>
              <a:spLocks noChangeShapeType="1"/>
            </p:cNvSpPr>
            <p:nvPr/>
          </p:nvSpPr>
          <p:spPr bwMode="auto">
            <a:xfrm>
              <a:off x="2374" y="643"/>
              <a:ext cx="336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37979" name="Group 28"/>
            <p:cNvGrpSpPr>
              <a:grpSpLocks/>
            </p:cNvGrpSpPr>
            <p:nvPr/>
          </p:nvGrpSpPr>
          <p:grpSpPr bwMode="auto">
            <a:xfrm>
              <a:off x="2374" y="339"/>
              <a:ext cx="336" cy="136"/>
              <a:chOff x="0" y="0"/>
              <a:chExt cx="336" cy="136"/>
            </a:xfrm>
          </p:grpSpPr>
          <p:sp>
            <p:nvSpPr>
              <p:cNvPr id="38015" name="Line 29"/>
              <p:cNvSpPr>
                <a:spLocks noChangeShapeType="1"/>
              </p:cNvSpPr>
              <p:nvPr/>
            </p:nvSpPr>
            <p:spPr bwMode="auto">
              <a:xfrm>
                <a:off x="0" y="136"/>
                <a:ext cx="176" cy="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8016" name="Line 30"/>
              <p:cNvSpPr>
                <a:spLocks noChangeShapeType="1"/>
              </p:cNvSpPr>
              <p:nvPr/>
            </p:nvSpPr>
            <p:spPr bwMode="auto">
              <a:xfrm flipV="1">
                <a:off x="168" y="8"/>
                <a:ext cx="0" cy="128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8017" name="Line 31"/>
              <p:cNvSpPr>
                <a:spLocks noChangeShapeType="1"/>
              </p:cNvSpPr>
              <p:nvPr/>
            </p:nvSpPr>
            <p:spPr bwMode="auto">
              <a:xfrm>
                <a:off x="168" y="0"/>
                <a:ext cx="168" cy="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37980" name="Group 32"/>
            <p:cNvGrpSpPr>
              <a:grpSpLocks/>
            </p:cNvGrpSpPr>
            <p:nvPr/>
          </p:nvGrpSpPr>
          <p:grpSpPr bwMode="auto">
            <a:xfrm flipV="1">
              <a:off x="2390" y="803"/>
              <a:ext cx="336" cy="136"/>
              <a:chOff x="0" y="0"/>
              <a:chExt cx="336" cy="136"/>
            </a:xfrm>
          </p:grpSpPr>
          <p:sp>
            <p:nvSpPr>
              <p:cNvPr id="38012" name="Line 33"/>
              <p:cNvSpPr>
                <a:spLocks noChangeShapeType="1"/>
              </p:cNvSpPr>
              <p:nvPr/>
            </p:nvSpPr>
            <p:spPr bwMode="auto">
              <a:xfrm>
                <a:off x="0" y="136"/>
                <a:ext cx="176" cy="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8013" name="Line 34"/>
              <p:cNvSpPr>
                <a:spLocks noChangeShapeType="1"/>
              </p:cNvSpPr>
              <p:nvPr/>
            </p:nvSpPr>
            <p:spPr bwMode="auto">
              <a:xfrm flipV="1">
                <a:off x="168" y="8"/>
                <a:ext cx="0" cy="128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8014" name="Line 35"/>
              <p:cNvSpPr>
                <a:spLocks noChangeShapeType="1"/>
              </p:cNvSpPr>
              <p:nvPr/>
            </p:nvSpPr>
            <p:spPr bwMode="auto">
              <a:xfrm>
                <a:off x="168" y="0"/>
                <a:ext cx="168" cy="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37981" name="Group 36"/>
            <p:cNvGrpSpPr>
              <a:grpSpLocks/>
            </p:cNvGrpSpPr>
            <p:nvPr/>
          </p:nvGrpSpPr>
          <p:grpSpPr bwMode="auto">
            <a:xfrm flipH="1">
              <a:off x="3353" y="152"/>
              <a:ext cx="100" cy="216"/>
              <a:chOff x="0" y="0"/>
              <a:chExt cx="136" cy="302"/>
            </a:xfrm>
          </p:grpSpPr>
          <p:sp>
            <p:nvSpPr>
              <p:cNvPr id="38010" name="Line 37"/>
              <p:cNvSpPr>
                <a:spLocks noChangeShapeType="1"/>
              </p:cNvSpPr>
              <p:nvPr/>
            </p:nvSpPr>
            <p:spPr bwMode="auto">
              <a:xfrm>
                <a:off x="68" y="62"/>
                <a:ext cx="0" cy="240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8011" name="AutoShape 38"/>
              <p:cNvSpPr>
                <a:spLocks noChangeArrowheads="1"/>
              </p:cNvSpPr>
              <p:nvPr/>
            </p:nvSpPr>
            <p:spPr bwMode="auto">
              <a:xfrm rot="10800000">
                <a:off x="0" y="0"/>
                <a:ext cx="136" cy="184"/>
              </a:xfrm>
              <a:prstGeom prst="triangle">
                <a:avLst>
                  <a:gd name="adj" fmla="val 49995"/>
                </a:avLst>
              </a:prstGeom>
              <a:solidFill>
                <a:srgbClr val="000000"/>
              </a:solidFill>
              <a:ln w="127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120000"/>
                  </a:lnSpc>
                  <a:spcBef>
                    <a:spcPct val="20000"/>
                  </a:spcBef>
                  <a:buClr>
                    <a:srgbClr val="0000CC"/>
                  </a:buClr>
                  <a:buSzPct val="75000"/>
                  <a:buFont typeface="Wingdings" pitchFamily="2" charset="2"/>
                  <a:buChar char="l"/>
                  <a:defRPr sz="3200" b="1">
                    <a:solidFill>
                      <a:srgbClr val="0000CC"/>
                    </a:solidFill>
                    <a:latin typeface="Garamond" pitchFamily="18" charset="0"/>
                  </a:defRPr>
                </a:lvl1pPr>
                <a:lvl2pPr marL="742950" indent="-285750">
                  <a:lnSpc>
                    <a:spcPct val="80000"/>
                  </a:lnSpc>
                  <a:spcBef>
                    <a:spcPct val="20000"/>
                  </a:spcBef>
                  <a:buClr>
                    <a:srgbClr val="0000CC"/>
                  </a:buClr>
                  <a:buSzPct val="75000"/>
                  <a:buFont typeface="Wingdings" pitchFamily="2" charset="2"/>
                  <a:buChar char="l"/>
                  <a:defRPr sz="2800" b="1">
                    <a:solidFill>
                      <a:srgbClr val="0000CC"/>
                    </a:solidFill>
                    <a:latin typeface="Garamond" pitchFamily="18" charset="0"/>
                  </a:defRPr>
                </a:lvl2pPr>
                <a:lvl3pPr marL="1143000" indent="-228600">
                  <a:lnSpc>
                    <a:spcPct val="80000"/>
                  </a:lnSpc>
                  <a:spcBef>
                    <a:spcPct val="20000"/>
                  </a:spcBef>
                  <a:buClr>
                    <a:srgbClr val="0000CC"/>
                  </a:buClr>
                  <a:buSzPct val="75000"/>
                  <a:buFont typeface="Wingdings" pitchFamily="2" charset="2"/>
                  <a:buChar char="l"/>
                  <a:defRPr sz="2400" b="1">
                    <a:solidFill>
                      <a:srgbClr val="0000FF"/>
                    </a:solidFill>
                    <a:latin typeface="Garamond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CC"/>
                  </a:buClr>
                  <a:buSzPct val="75000"/>
                  <a:buFont typeface="Wingdings" pitchFamily="2" charset="2"/>
                  <a:buChar char="l"/>
                  <a:defRPr sz="2000" b="1">
                    <a:solidFill>
                      <a:srgbClr val="0000CC"/>
                    </a:solidFill>
                    <a:latin typeface="Garamond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CC"/>
                  </a:buClr>
                  <a:buSzPct val="75000"/>
                  <a:buFont typeface="Wingdings" pitchFamily="2" charset="2"/>
                  <a:buChar char="l"/>
                  <a:defRPr sz="2000" b="1">
                    <a:solidFill>
                      <a:schemeClr val="tx1"/>
                    </a:solidFill>
                    <a:latin typeface="Arial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CC"/>
                  </a:buClr>
                  <a:buSzPct val="75000"/>
                  <a:buFont typeface="Wingdings" pitchFamily="2" charset="2"/>
                  <a:buChar char="l"/>
                  <a:defRPr sz="2000" b="1">
                    <a:solidFill>
                      <a:schemeClr val="tx1"/>
                    </a:solidFill>
                    <a:latin typeface="Arial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CC"/>
                  </a:buClr>
                  <a:buSzPct val="75000"/>
                  <a:buFont typeface="Wingdings" pitchFamily="2" charset="2"/>
                  <a:buChar char="l"/>
                  <a:defRPr sz="2000" b="1">
                    <a:solidFill>
                      <a:schemeClr val="tx1"/>
                    </a:solidFill>
                    <a:latin typeface="Arial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CC"/>
                  </a:buClr>
                  <a:buSzPct val="75000"/>
                  <a:buFont typeface="Wingdings" pitchFamily="2" charset="2"/>
                  <a:buChar char="l"/>
                  <a:defRPr sz="2000" b="1">
                    <a:solidFill>
                      <a:schemeClr val="tx1"/>
                    </a:solidFill>
                    <a:latin typeface="Arial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CC"/>
                  </a:buClr>
                  <a:buSzPct val="75000"/>
                  <a:buFont typeface="Wingdings" pitchFamily="2" charset="2"/>
                  <a:buChar char="l"/>
                  <a:defRPr sz="2000" b="1">
                    <a:solidFill>
                      <a:schemeClr val="tx1"/>
                    </a:solidFill>
                    <a:latin typeface="Arial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 typeface="Arial" pitchFamily="34" charset="0"/>
                  <a:buNone/>
                </a:pPr>
                <a:endParaRPr lang="zh-CN" altLang="en-US" sz="2400" b="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endParaRPr>
              </a:p>
            </p:txBody>
          </p:sp>
        </p:grpSp>
        <p:grpSp>
          <p:nvGrpSpPr>
            <p:cNvPr id="37982" name="Group 39"/>
            <p:cNvGrpSpPr>
              <a:grpSpLocks/>
            </p:cNvGrpSpPr>
            <p:nvPr/>
          </p:nvGrpSpPr>
          <p:grpSpPr bwMode="auto">
            <a:xfrm flipH="1">
              <a:off x="3346" y="448"/>
              <a:ext cx="100" cy="216"/>
              <a:chOff x="0" y="0"/>
              <a:chExt cx="136" cy="302"/>
            </a:xfrm>
          </p:grpSpPr>
          <p:sp>
            <p:nvSpPr>
              <p:cNvPr id="38008" name="Line 40"/>
              <p:cNvSpPr>
                <a:spLocks noChangeShapeType="1"/>
              </p:cNvSpPr>
              <p:nvPr/>
            </p:nvSpPr>
            <p:spPr bwMode="auto">
              <a:xfrm>
                <a:off x="68" y="62"/>
                <a:ext cx="0" cy="240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8009" name="AutoShape 41"/>
              <p:cNvSpPr>
                <a:spLocks noChangeArrowheads="1"/>
              </p:cNvSpPr>
              <p:nvPr/>
            </p:nvSpPr>
            <p:spPr bwMode="auto">
              <a:xfrm rot="10800000">
                <a:off x="0" y="0"/>
                <a:ext cx="136" cy="184"/>
              </a:xfrm>
              <a:prstGeom prst="triangle">
                <a:avLst>
                  <a:gd name="adj" fmla="val 49995"/>
                </a:avLst>
              </a:prstGeom>
              <a:solidFill>
                <a:srgbClr val="000000"/>
              </a:solidFill>
              <a:ln w="127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120000"/>
                  </a:lnSpc>
                  <a:spcBef>
                    <a:spcPct val="20000"/>
                  </a:spcBef>
                  <a:buClr>
                    <a:srgbClr val="0000CC"/>
                  </a:buClr>
                  <a:buSzPct val="75000"/>
                  <a:buFont typeface="Wingdings" pitchFamily="2" charset="2"/>
                  <a:buChar char="l"/>
                  <a:defRPr sz="3200" b="1">
                    <a:solidFill>
                      <a:srgbClr val="0000CC"/>
                    </a:solidFill>
                    <a:latin typeface="Garamond" pitchFamily="18" charset="0"/>
                  </a:defRPr>
                </a:lvl1pPr>
                <a:lvl2pPr marL="742950" indent="-285750">
                  <a:lnSpc>
                    <a:spcPct val="80000"/>
                  </a:lnSpc>
                  <a:spcBef>
                    <a:spcPct val="20000"/>
                  </a:spcBef>
                  <a:buClr>
                    <a:srgbClr val="0000CC"/>
                  </a:buClr>
                  <a:buSzPct val="75000"/>
                  <a:buFont typeface="Wingdings" pitchFamily="2" charset="2"/>
                  <a:buChar char="l"/>
                  <a:defRPr sz="2800" b="1">
                    <a:solidFill>
                      <a:srgbClr val="0000CC"/>
                    </a:solidFill>
                    <a:latin typeface="Garamond" pitchFamily="18" charset="0"/>
                  </a:defRPr>
                </a:lvl2pPr>
                <a:lvl3pPr marL="1143000" indent="-228600">
                  <a:lnSpc>
                    <a:spcPct val="80000"/>
                  </a:lnSpc>
                  <a:spcBef>
                    <a:spcPct val="20000"/>
                  </a:spcBef>
                  <a:buClr>
                    <a:srgbClr val="0000CC"/>
                  </a:buClr>
                  <a:buSzPct val="75000"/>
                  <a:buFont typeface="Wingdings" pitchFamily="2" charset="2"/>
                  <a:buChar char="l"/>
                  <a:defRPr sz="2400" b="1">
                    <a:solidFill>
                      <a:srgbClr val="0000FF"/>
                    </a:solidFill>
                    <a:latin typeface="Garamond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CC"/>
                  </a:buClr>
                  <a:buSzPct val="75000"/>
                  <a:buFont typeface="Wingdings" pitchFamily="2" charset="2"/>
                  <a:buChar char="l"/>
                  <a:defRPr sz="2000" b="1">
                    <a:solidFill>
                      <a:srgbClr val="0000CC"/>
                    </a:solidFill>
                    <a:latin typeface="Garamond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CC"/>
                  </a:buClr>
                  <a:buSzPct val="75000"/>
                  <a:buFont typeface="Wingdings" pitchFamily="2" charset="2"/>
                  <a:buChar char="l"/>
                  <a:defRPr sz="2000" b="1">
                    <a:solidFill>
                      <a:schemeClr val="tx1"/>
                    </a:solidFill>
                    <a:latin typeface="Arial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CC"/>
                  </a:buClr>
                  <a:buSzPct val="75000"/>
                  <a:buFont typeface="Wingdings" pitchFamily="2" charset="2"/>
                  <a:buChar char="l"/>
                  <a:defRPr sz="2000" b="1">
                    <a:solidFill>
                      <a:schemeClr val="tx1"/>
                    </a:solidFill>
                    <a:latin typeface="Arial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CC"/>
                  </a:buClr>
                  <a:buSzPct val="75000"/>
                  <a:buFont typeface="Wingdings" pitchFamily="2" charset="2"/>
                  <a:buChar char="l"/>
                  <a:defRPr sz="2000" b="1">
                    <a:solidFill>
                      <a:schemeClr val="tx1"/>
                    </a:solidFill>
                    <a:latin typeface="Arial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CC"/>
                  </a:buClr>
                  <a:buSzPct val="75000"/>
                  <a:buFont typeface="Wingdings" pitchFamily="2" charset="2"/>
                  <a:buChar char="l"/>
                  <a:defRPr sz="2000" b="1">
                    <a:solidFill>
                      <a:schemeClr val="tx1"/>
                    </a:solidFill>
                    <a:latin typeface="Arial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CC"/>
                  </a:buClr>
                  <a:buSzPct val="75000"/>
                  <a:buFont typeface="Wingdings" pitchFamily="2" charset="2"/>
                  <a:buChar char="l"/>
                  <a:defRPr sz="2000" b="1">
                    <a:solidFill>
                      <a:schemeClr val="tx1"/>
                    </a:solidFill>
                    <a:latin typeface="Arial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 typeface="Arial" pitchFamily="34" charset="0"/>
                  <a:buNone/>
                </a:pPr>
                <a:endParaRPr lang="zh-CN" altLang="en-US" sz="2400" b="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endParaRPr>
              </a:p>
            </p:txBody>
          </p:sp>
        </p:grpSp>
        <p:grpSp>
          <p:nvGrpSpPr>
            <p:cNvPr id="37983" name="Group 42"/>
            <p:cNvGrpSpPr>
              <a:grpSpLocks/>
            </p:cNvGrpSpPr>
            <p:nvPr/>
          </p:nvGrpSpPr>
          <p:grpSpPr bwMode="auto">
            <a:xfrm flipH="1">
              <a:off x="3337" y="745"/>
              <a:ext cx="100" cy="216"/>
              <a:chOff x="0" y="0"/>
              <a:chExt cx="136" cy="302"/>
            </a:xfrm>
          </p:grpSpPr>
          <p:sp>
            <p:nvSpPr>
              <p:cNvPr id="38006" name="Line 43"/>
              <p:cNvSpPr>
                <a:spLocks noChangeShapeType="1"/>
              </p:cNvSpPr>
              <p:nvPr/>
            </p:nvSpPr>
            <p:spPr bwMode="auto">
              <a:xfrm>
                <a:off x="68" y="62"/>
                <a:ext cx="0" cy="240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8007" name="AutoShape 44"/>
              <p:cNvSpPr>
                <a:spLocks noChangeArrowheads="1"/>
              </p:cNvSpPr>
              <p:nvPr/>
            </p:nvSpPr>
            <p:spPr bwMode="auto">
              <a:xfrm rot="10800000">
                <a:off x="0" y="0"/>
                <a:ext cx="136" cy="184"/>
              </a:xfrm>
              <a:prstGeom prst="triangle">
                <a:avLst>
                  <a:gd name="adj" fmla="val 49995"/>
                </a:avLst>
              </a:prstGeom>
              <a:solidFill>
                <a:srgbClr val="000000"/>
              </a:solidFill>
              <a:ln w="127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120000"/>
                  </a:lnSpc>
                  <a:spcBef>
                    <a:spcPct val="20000"/>
                  </a:spcBef>
                  <a:buClr>
                    <a:srgbClr val="0000CC"/>
                  </a:buClr>
                  <a:buSzPct val="75000"/>
                  <a:buFont typeface="Wingdings" pitchFamily="2" charset="2"/>
                  <a:buChar char="l"/>
                  <a:defRPr sz="3200" b="1">
                    <a:solidFill>
                      <a:srgbClr val="0000CC"/>
                    </a:solidFill>
                    <a:latin typeface="Garamond" pitchFamily="18" charset="0"/>
                  </a:defRPr>
                </a:lvl1pPr>
                <a:lvl2pPr marL="742950" indent="-285750">
                  <a:lnSpc>
                    <a:spcPct val="80000"/>
                  </a:lnSpc>
                  <a:spcBef>
                    <a:spcPct val="20000"/>
                  </a:spcBef>
                  <a:buClr>
                    <a:srgbClr val="0000CC"/>
                  </a:buClr>
                  <a:buSzPct val="75000"/>
                  <a:buFont typeface="Wingdings" pitchFamily="2" charset="2"/>
                  <a:buChar char="l"/>
                  <a:defRPr sz="2800" b="1">
                    <a:solidFill>
                      <a:srgbClr val="0000CC"/>
                    </a:solidFill>
                    <a:latin typeface="Garamond" pitchFamily="18" charset="0"/>
                  </a:defRPr>
                </a:lvl2pPr>
                <a:lvl3pPr marL="1143000" indent="-228600">
                  <a:lnSpc>
                    <a:spcPct val="80000"/>
                  </a:lnSpc>
                  <a:spcBef>
                    <a:spcPct val="20000"/>
                  </a:spcBef>
                  <a:buClr>
                    <a:srgbClr val="0000CC"/>
                  </a:buClr>
                  <a:buSzPct val="75000"/>
                  <a:buFont typeface="Wingdings" pitchFamily="2" charset="2"/>
                  <a:buChar char="l"/>
                  <a:defRPr sz="2400" b="1">
                    <a:solidFill>
                      <a:srgbClr val="0000FF"/>
                    </a:solidFill>
                    <a:latin typeface="Garamond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CC"/>
                  </a:buClr>
                  <a:buSzPct val="75000"/>
                  <a:buFont typeface="Wingdings" pitchFamily="2" charset="2"/>
                  <a:buChar char="l"/>
                  <a:defRPr sz="2000" b="1">
                    <a:solidFill>
                      <a:srgbClr val="0000CC"/>
                    </a:solidFill>
                    <a:latin typeface="Garamond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CC"/>
                  </a:buClr>
                  <a:buSzPct val="75000"/>
                  <a:buFont typeface="Wingdings" pitchFamily="2" charset="2"/>
                  <a:buChar char="l"/>
                  <a:defRPr sz="2000" b="1">
                    <a:solidFill>
                      <a:schemeClr val="tx1"/>
                    </a:solidFill>
                    <a:latin typeface="Arial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CC"/>
                  </a:buClr>
                  <a:buSzPct val="75000"/>
                  <a:buFont typeface="Wingdings" pitchFamily="2" charset="2"/>
                  <a:buChar char="l"/>
                  <a:defRPr sz="2000" b="1">
                    <a:solidFill>
                      <a:schemeClr val="tx1"/>
                    </a:solidFill>
                    <a:latin typeface="Arial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CC"/>
                  </a:buClr>
                  <a:buSzPct val="75000"/>
                  <a:buFont typeface="Wingdings" pitchFamily="2" charset="2"/>
                  <a:buChar char="l"/>
                  <a:defRPr sz="2000" b="1">
                    <a:solidFill>
                      <a:schemeClr val="tx1"/>
                    </a:solidFill>
                    <a:latin typeface="Arial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CC"/>
                  </a:buClr>
                  <a:buSzPct val="75000"/>
                  <a:buFont typeface="Wingdings" pitchFamily="2" charset="2"/>
                  <a:buChar char="l"/>
                  <a:defRPr sz="2000" b="1">
                    <a:solidFill>
                      <a:schemeClr val="tx1"/>
                    </a:solidFill>
                    <a:latin typeface="Arial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CC"/>
                  </a:buClr>
                  <a:buSzPct val="75000"/>
                  <a:buFont typeface="Wingdings" pitchFamily="2" charset="2"/>
                  <a:buChar char="l"/>
                  <a:defRPr sz="2000" b="1">
                    <a:solidFill>
                      <a:schemeClr val="tx1"/>
                    </a:solidFill>
                    <a:latin typeface="Arial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 typeface="Arial" pitchFamily="34" charset="0"/>
                  <a:buNone/>
                </a:pPr>
                <a:endParaRPr lang="zh-CN" altLang="en-US" sz="2400" b="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endParaRPr>
              </a:p>
            </p:txBody>
          </p:sp>
        </p:grpSp>
        <p:sp>
          <p:nvSpPr>
            <p:cNvPr id="37984" name="Rectangle 45"/>
            <p:cNvSpPr>
              <a:spLocks noChangeArrowheads="1"/>
            </p:cNvSpPr>
            <p:nvPr/>
          </p:nvSpPr>
          <p:spPr bwMode="auto">
            <a:xfrm flipH="1">
              <a:off x="3748" y="475"/>
              <a:ext cx="600" cy="360"/>
            </a:xfrm>
            <a:prstGeom prst="rect">
              <a:avLst/>
            </a:prstGeom>
            <a:noFill/>
            <a:ln w="1905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lnSpc>
                  <a:spcPct val="120000"/>
                </a:lnSpc>
                <a:spcBef>
                  <a:spcPct val="20000"/>
                </a:spcBef>
                <a:buClr>
                  <a:srgbClr val="0000CC"/>
                </a:buClr>
                <a:buSzPct val="75000"/>
                <a:buFont typeface="Wingdings" pitchFamily="2" charset="2"/>
                <a:buChar char="l"/>
                <a:defRPr sz="3200" b="1">
                  <a:solidFill>
                    <a:srgbClr val="0000CC"/>
                  </a:solidFill>
                  <a:latin typeface="Garamond" pitchFamily="18" charset="0"/>
                </a:defRPr>
              </a:lvl1pPr>
              <a:lvl2pPr marL="742950" indent="-285750">
                <a:lnSpc>
                  <a:spcPct val="80000"/>
                </a:lnSpc>
                <a:spcBef>
                  <a:spcPct val="20000"/>
                </a:spcBef>
                <a:buClr>
                  <a:srgbClr val="0000CC"/>
                </a:buClr>
                <a:buSzPct val="75000"/>
                <a:buFont typeface="Wingdings" pitchFamily="2" charset="2"/>
                <a:buChar char="l"/>
                <a:defRPr sz="2800" b="1">
                  <a:solidFill>
                    <a:srgbClr val="0000CC"/>
                  </a:solidFill>
                  <a:latin typeface="Garamond" pitchFamily="18" charset="0"/>
                </a:defRPr>
              </a:lvl2pPr>
              <a:lvl3pPr marL="1143000" indent="-228600">
                <a:lnSpc>
                  <a:spcPct val="80000"/>
                </a:lnSpc>
                <a:spcBef>
                  <a:spcPct val="20000"/>
                </a:spcBef>
                <a:buClr>
                  <a:srgbClr val="0000CC"/>
                </a:buClr>
                <a:buSzPct val="75000"/>
                <a:buFont typeface="Wingdings" pitchFamily="2" charset="2"/>
                <a:buChar char="l"/>
                <a:defRPr sz="2400" b="1">
                  <a:solidFill>
                    <a:srgbClr val="0000FF"/>
                  </a:solidFill>
                  <a:latin typeface="Garamond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CC"/>
                </a:buClr>
                <a:buSzPct val="75000"/>
                <a:buFont typeface="Wingdings" pitchFamily="2" charset="2"/>
                <a:buChar char="l"/>
                <a:defRPr sz="2000" b="1">
                  <a:solidFill>
                    <a:srgbClr val="0000CC"/>
                  </a:solidFill>
                  <a:latin typeface="Garamond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CC"/>
                </a:buClr>
                <a:buSzPct val="75000"/>
                <a:buFont typeface="Wingdings" pitchFamily="2" charset="2"/>
                <a:buChar char="l"/>
                <a:defRPr sz="2000" b="1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75000"/>
                <a:buFont typeface="Wingdings" pitchFamily="2" charset="2"/>
                <a:buChar char="l"/>
                <a:defRPr sz="2000" b="1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75000"/>
                <a:buFont typeface="Wingdings" pitchFamily="2" charset="2"/>
                <a:buChar char="l"/>
                <a:defRPr sz="2000" b="1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75000"/>
                <a:buFont typeface="Wingdings" pitchFamily="2" charset="2"/>
                <a:buChar char="l"/>
                <a:defRPr sz="2000" b="1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75000"/>
                <a:buFont typeface="Wingdings" pitchFamily="2" charset="2"/>
                <a:buChar char="l"/>
                <a:defRPr sz="2000" b="1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 typeface="Arial" pitchFamily="34" charset="0"/>
                <a:buNone/>
              </a:pPr>
              <a:endParaRPr lang="zh-CN" altLang="en-US" sz="2400" b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37985" name="Line 46"/>
            <p:cNvSpPr>
              <a:spLocks noChangeShapeType="1"/>
            </p:cNvSpPr>
            <p:nvPr/>
          </p:nvSpPr>
          <p:spPr bwMode="auto">
            <a:xfrm flipH="1">
              <a:off x="3404" y="659"/>
              <a:ext cx="336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37986" name="Group 47"/>
            <p:cNvGrpSpPr>
              <a:grpSpLocks/>
            </p:cNvGrpSpPr>
            <p:nvPr/>
          </p:nvGrpSpPr>
          <p:grpSpPr bwMode="auto">
            <a:xfrm flipH="1">
              <a:off x="3404" y="355"/>
              <a:ext cx="336" cy="136"/>
              <a:chOff x="0" y="0"/>
              <a:chExt cx="336" cy="136"/>
            </a:xfrm>
          </p:grpSpPr>
          <p:sp>
            <p:nvSpPr>
              <p:cNvPr id="38003" name="Line 48"/>
              <p:cNvSpPr>
                <a:spLocks noChangeShapeType="1"/>
              </p:cNvSpPr>
              <p:nvPr/>
            </p:nvSpPr>
            <p:spPr bwMode="auto">
              <a:xfrm>
                <a:off x="0" y="136"/>
                <a:ext cx="176" cy="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8004" name="Line 49"/>
              <p:cNvSpPr>
                <a:spLocks noChangeShapeType="1"/>
              </p:cNvSpPr>
              <p:nvPr/>
            </p:nvSpPr>
            <p:spPr bwMode="auto">
              <a:xfrm flipV="1">
                <a:off x="168" y="8"/>
                <a:ext cx="0" cy="128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8005" name="Line 50"/>
              <p:cNvSpPr>
                <a:spLocks noChangeShapeType="1"/>
              </p:cNvSpPr>
              <p:nvPr/>
            </p:nvSpPr>
            <p:spPr bwMode="auto">
              <a:xfrm>
                <a:off x="168" y="0"/>
                <a:ext cx="168" cy="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37987" name="Line 51"/>
            <p:cNvSpPr>
              <a:spLocks noChangeShapeType="1"/>
            </p:cNvSpPr>
            <p:nvPr/>
          </p:nvSpPr>
          <p:spPr bwMode="auto">
            <a:xfrm flipH="1" flipV="1">
              <a:off x="3548" y="819"/>
              <a:ext cx="200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7988" name="Line 52"/>
            <p:cNvSpPr>
              <a:spLocks noChangeShapeType="1"/>
            </p:cNvSpPr>
            <p:nvPr/>
          </p:nvSpPr>
          <p:spPr bwMode="auto">
            <a:xfrm flipH="1">
              <a:off x="3556" y="819"/>
              <a:ext cx="0" cy="128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7989" name="Line 53"/>
            <p:cNvSpPr>
              <a:spLocks noChangeShapeType="1"/>
            </p:cNvSpPr>
            <p:nvPr/>
          </p:nvSpPr>
          <p:spPr bwMode="auto">
            <a:xfrm flipH="1" flipV="1">
              <a:off x="3388" y="955"/>
              <a:ext cx="168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7990" name="Text Box 54"/>
            <p:cNvSpPr txBox="1">
              <a:spLocks noChangeArrowheads="1"/>
            </p:cNvSpPr>
            <p:nvPr/>
          </p:nvSpPr>
          <p:spPr bwMode="auto">
            <a:xfrm>
              <a:off x="3725" y="558"/>
              <a:ext cx="614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120000"/>
                </a:lnSpc>
                <a:spcBef>
                  <a:spcPct val="20000"/>
                </a:spcBef>
                <a:buClr>
                  <a:srgbClr val="0000CC"/>
                </a:buClr>
                <a:buSzPct val="75000"/>
                <a:buFont typeface="Wingdings" pitchFamily="2" charset="2"/>
                <a:buChar char="l"/>
                <a:defRPr sz="3200" b="1">
                  <a:solidFill>
                    <a:srgbClr val="0000CC"/>
                  </a:solidFill>
                  <a:latin typeface="Garamond" pitchFamily="18" charset="0"/>
                </a:defRPr>
              </a:lvl1pPr>
              <a:lvl2pPr marL="742950" indent="-285750">
                <a:lnSpc>
                  <a:spcPct val="80000"/>
                </a:lnSpc>
                <a:spcBef>
                  <a:spcPct val="20000"/>
                </a:spcBef>
                <a:buClr>
                  <a:srgbClr val="0000CC"/>
                </a:buClr>
                <a:buSzPct val="75000"/>
                <a:buFont typeface="Wingdings" pitchFamily="2" charset="2"/>
                <a:buChar char="l"/>
                <a:defRPr sz="2800" b="1">
                  <a:solidFill>
                    <a:srgbClr val="0000CC"/>
                  </a:solidFill>
                  <a:latin typeface="Garamond" pitchFamily="18" charset="0"/>
                </a:defRPr>
              </a:lvl2pPr>
              <a:lvl3pPr marL="1143000" indent="-228600">
                <a:lnSpc>
                  <a:spcPct val="80000"/>
                </a:lnSpc>
                <a:spcBef>
                  <a:spcPct val="20000"/>
                </a:spcBef>
                <a:buClr>
                  <a:srgbClr val="0000CC"/>
                </a:buClr>
                <a:buSzPct val="75000"/>
                <a:buFont typeface="Wingdings" pitchFamily="2" charset="2"/>
                <a:buChar char="l"/>
                <a:defRPr sz="2400" b="1">
                  <a:solidFill>
                    <a:srgbClr val="0000FF"/>
                  </a:solidFill>
                  <a:latin typeface="Garamond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CC"/>
                </a:buClr>
                <a:buSzPct val="75000"/>
                <a:buFont typeface="Wingdings" pitchFamily="2" charset="2"/>
                <a:buChar char="l"/>
                <a:defRPr sz="2000" b="1">
                  <a:solidFill>
                    <a:srgbClr val="0000CC"/>
                  </a:solidFill>
                  <a:latin typeface="Garamond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CC"/>
                </a:buClr>
                <a:buSzPct val="75000"/>
                <a:buFont typeface="Wingdings" pitchFamily="2" charset="2"/>
                <a:buChar char="l"/>
                <a:defRPr sz="2000" b="1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75000"/>
                <a:buFont typeface="Wingdings" pitchFamily="2" charset="2"/>
                <a:buChar char="l"/>
                <a:defRPr sz="2000" b="1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75000"/>
                <a:buFont typeface="Wingdings" pitchFamily="2" charset="2"/>
                <a:buChar char="l"/>
                <a:defRPr sz="2000" b="1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75000"/>
                <a:buFont typeface="Wingdings" pitchFamily="2" charset="2"/>
                <a:buChar char="l"/>
                <a:defRPr sz="2000" b="1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75000"/>
                <a:buFont typeface="Wingdings" pitchFamily="2" charset="2"/>
                <a:buChar char="l"/>
                <a:defRPr sz="2000" b="1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50000"/>
                </a:spcBef>
                <a:buClrTx/>
                <a:buSzTx/>
                <a:buFont typeface="Arial" pitchFamily="34" charset="0"/>
                <a:buNone/>
              </a:pPr>
              <a:r>
                <a:rPr lang="en-US" altLang="zh-CN" sz="1400">
                  <a:solidFill>
                    <a:srgbClr val="000000"/>
                  </a:solidFill>
                  <a:latin typeface="Times New Roman" pitchFamily="18" charset="0"/>
                  <a:ea typeface="宋体" pitchFamily="2" charset="-122"/>
                </a:rPr>
                <a:t>Decoder</a:t>
              </a:r>
            </a:p>
          </p:txBody>
        </p:sp>
        <p:sp>
          <p:nvSpPr>
            <p:cNvPr id="37991" name="Rectangle 55"/>
            <p:cNvSpPr>
              <a:spLocks noChangeArrowheads="1"/>
            </p:cNvSpPr>
            <p:nvPr/>
          </p:nvSpPr>
          <p:spPr bwMode="auto">
            <a:xfrm>
              <a:off x="4894" y="787"/>
              <a:ext cx="104" cy="32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120000"/>
                </a:lnSpc>
                <a:spcBef>
                  <a:spcPct val="20000"/>
                </a:spcBef>
                <a:buClr>
                  <a:srgbClr val="0000CC"/>
                </a:buClr>
                <a:buSzPct val="75000"/>
                <a:buFont typeface="Wingdings" pitchFamily="2" charset="2"/>
                <a:buChar char="l"/>
                <a:defRPr sz="3200" b="1">
                  <a:solidFill>
                    <a:srgbClr val="0000CC"/>
                  </a:solidFill>
                  <a:latin typeface="Garamond" pitchFamily="18" charset="0"/>
                </a:defRPr>
              </a:lvl1pPr>
              <a:lvl2pPr marL="742950" indent="-285750">
                <a:lnSpc>
                  <a:spcPct val="80000"/>
                </a:lnSpc>
                <a:spcBef>
                  <a:spcPct val="20000"/>
                </a:spcBef>
                <a:buClr>
                  <a:srgbClr val="0000CC"/>
                </a:buClr>
                <a:buSzPct val="75000"/>
                <a:buFont typeface="Wingdings" pitchFamily="2" charset="2"/>
                <a:buChar char="l"/>
                <a:defRPr sz="2800" b="1">
                  <a:solidFill>
                    <a:srgbClr val="0000CC"/>
                  </a:solidFill>
                  <a:latin typeface="Garamond" pitchFamily="18" charset="0"/>
                </a:defRPr>
              </a:lvl2pPr>
              <a:lvl3pPr marL="1143000" indent="-228600">
                <a:lnSpc>
                  <a:spcPct val="80000"/>
                </a:lnSpc>
                <a:spcBef>
                  <a:spcPct val="20000"/>
                </a:spcBef>
                <a:buClr>
                  <a:srgbClr val="0000CC"/>
                </a:buClr>
                <a:buSzPct val="75000"/>
                <a:buFont typeface="Wingdings" pitchFamily="2" charset="2"/>
                <a:buChar char="l"/>
                <a:defRPr sz="2400" b="1">
                  <a:solidFill>
                    <a:srgbClr val="0000FF"/>
                  </a:solidFill>
                  <a:latin typeface="Garamond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CC"/>
                </a:buClr>
                <a:buSzPct val="75000"/>
                <a:buFont typeface="Wingdings" pitchFamily="2" charset="2"/>
                <a:buChar char="l"/>
                <a:defRPr sz="2000" b="1">
                  <a:solidFill>
                    <a:srgbClr val="0000CC"/>
                  </a:solidFill>
                  <a:latin typeface="Garamond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CC"/>
                </a:buClr>
                <a:buSzPct val="75000"/>
                <a:buFont typeface="Wingdings" pitchFamily="2" charset="2"/>
                <a:buChar char="l"/>
                <a:defRPr sz="2000" b="1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75000"/>
                <a:buFont typeface="Wingdings" pitchFamily="2" charset="2"/>
                <a:buChar char="l"/>
                <a:defRPr sz="2000" b="1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75000"/>
                <a:buFont typeface="Wingdings" pitchFamily="2" charset="2"/>
                <a:buChar char="l"/>
                <a:defRPr sz="2000" b="1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75000"/>
                <a:buFont typeface="Wingdings" pitchFamily="2" charset="2"/>
                <a:buChar char="l"/>
                <a:defRPr sz="2000" b="1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75000"/>
                <a:buFont typeface="Wingdings" pitchFamily="2" charset="2"/>
                <a:buChar char="l"/>
                <a:defRPr sz="2000" b="1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 typeface="Arial" pitchFamily="34" charset="0"/>
                <a:buNone/>
              </a:pPr>
              <a:endParaRPr lang="zh-CN" altLang="en-US" sz="2400" b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37992" name="Rectangle 56"/>
            <p:cNvSpPr>
              <a:spLocks noChangeArrowheads="1"/>
            </p:cNvSpPr>
            <p:nvPr/>
          </p:nvSpPr>
          <p:spPr bwMode="auto">
            <a:xfrm>
              <a:off x="5118" y="915"/>
              <a:ext cx="48" cy="32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120000"/>
                </a:lnSpc>
                <a:spcBef>
                  <a:spcPct val="20000"/>
                </a:spcBef>
                <a:buClr>
                  <a:srgbClr val="0000CC"/>
                </a:buClr>
                <a:buSzPct val="75000"/>
                <a:buFont typeface="Wingdings" pitchFamily="2" charset="2"/>
                <a:buChar char="l"/>
                <a:defRPr sz="3200" b="1">
                  <a:solidFill>
                    <a:srgbClr val="0000CC"/>
                  </a:solidFill>
                  <a:latin typeface="Garamond" pitchFamily="18" charset="0"/>
                </a:defRPr>
              </a:lvl1pPr>
              <a:lvl2pPr marL="742950" indent="-285750">
                <a:lnSpc>
                  <a:spcPct val="80000"/>
                </a:lnSpc>
                <a:spcBef>
                  <a:spcPct val="20000"/>
                </a:spcBef>
                <a:buClr>
                  <a:srgbClr val="0000CC"/>
                </a:buClr>
                <a:buSzPct val="75000"/>
                <a:buFont typeface="Wingdings" pitchFamily="2" charset="2"/>
                <a:buChar char="l"/>
                <a:defRPr sz="2800" b="1">
                  <a:solidFill>
                    <a:srgbClr val="0000CC"/>
                  </a:solidFill>
                  <a:latin typeface="Garamond" pitchFamily="18" charset="0"/>
                </a:defRPr>
              </a:lvl2pPr>
              <a:lvl3pPr marL="1143000" indent="-228600">
                <a:lnSpc>
                  <a:spcPct val="80000"/>
                </a:lnSpc>
                <a:spcBef>
                  <a:spcPct val="20000"/>
                </a:spcBef>
                <a:buClr>
                  <a:srgbClr val="0000CC"/>
                </a:buClr>
                <a:buSzPct val="75000"/>
                <a:buFont typeface="Wingdings" pitchFamily="2" charset="2"/>
                <a:buChar char="l"/>
                <a:defRPr sz="2400" b="1">
                  <a:solidFill>
                    <a:srgbClr val="0000FF"/>
                  </a:solidFill>
                  <a:latin typeface="Garamond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CC"/>
                </a:buClr>
                <a:buSzPct val="75000"/>
                <a:buFont typeface="Wingdings" pitchFamily="2" charset="2"/>
                <a:buChar char="l"/>
                <a:defRPr sz="2000" b="1">
                  <a:solidFill>
                    <a:srgbClr val="0000CC"/>
                  </a:solidFill>
                  <a:latin typeface="Garamond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CC"/>
                </a:buClr>
                <a:buSzPct val="75000"/>
                <a:buFont typeface="Wingdings" pitchFamily="2" charset="2"/>
                <a:buChar char="l"/>
                <a:defRPr sz="2000" b="1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75000"/>
                <a:buFont typeface="Wingdings" pitchFamily="2" charset="2"/>
                <a:buChar char="l"/>
                <a:defRPr sz="2000" b="1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75000"/>
                <a:buFont typeface="Wingdings" pitchFamily="2" charset="2"/>
                <a:buChar char="l"/>
                <a:defRPr sz="2000" b="1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75000"/>
                <a:buFont typeface="Wingdings" pitchFamily="2" charset="2"/>
                <a:buChar char="l"/>
                <a:defRPr sz="2000" b="1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75000"/>
                <a:buFont typeface="Wingdings" pitchFamily="2" charset="2"/>
                <a:buChar char="l"/>
                <a:defRPr sz="2000" b="1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 typeface="Arial" pitchFamily="34" charset="0"/>
                <a:buNone/>
              </a:pPr>
              <a:endParaRPr lang="zh-CN" altLang="en-US" sz="2400" b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37993" name="Rectangle 57"/>
            <p:cNvSpPr>
              <a:spLocks noChangeArrowheads="1"/>
            </p:cNvSpPr>
            <p:nvPr/>
          </p:nvSpPr>
          <p:spPr bwMode="auto">
            <a:xfrm>
              <a:off x="4726" y="915"/>
              <a:ext cx="48" cy="32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120000"/>
                </a:lnSpc>
                <a:spcBef>
                  <a:spcPct val="20000"/>
                </a:spcBef>
                <a:buClr>
                  <a:srgbClr val="0000CC"/>
                </a:buClr>
                <a:buSzPct val="75000"/>
                <a:buFont typeface="Wingdings" pitchFamily="2" charset="2"/>
                <a:buChar char="l"/>
                <a:defRPr sz="3200" b="1">
                  <a:solidFill>
                    <a:srgbClr val="0000CC"/>
                  </a:solidFill>
                  <a:latin typeface="Garamond" pitchFamily="18" charset="0"/>
                </a:defRPr>
              </a:lvl1pPr>
              <a:lvl2pPr marL="742950" indent="-285750">
                <a:lnSpc>
                  <a:spcPct val="80000"/>
                </a:lnSpc>
                <a:spcBef>
                  <a:spcPct val="20000"/>
                </a:spcBef>
                <a:buClr>
                  <a:srgbClr val="0000CC"/>
                </a:buClr>
                <a:buSzPct val="75000"/>
                <a:buFont typeface="Wingdings" pitchFamily="2" charset="2"/>
                <a:buChar char="l"/>
                <a:defRPr sz="2800" b="1">
                  <a:solidFill>
                    <a:srgbClr val="0000CC"/>
                  </a:solidFill>
                  <a:latin typeface="Garamond" pitchFamily="18" charset="0"/>
                </a:defRPr>
              </a:lvl2pPr>
              <a:lvl3pPr marL="1143000" indent="-228600">
                <a:lnSpc>
                  <a:spcPct val="80000"/>
                </a:lnSpc>
                <a:spcBef>
                  <a:spcPct val="20000"/>
                </a:spcBef>
                <a:buClr>
                  <a:srgbClr val="0000CC"/>
                </a:buClr>
                <a:buSzPct val="75000"/>
                <a:buFont typeface="Wingdings" pitchFamily="2" charset="2"/>
                <a:buChar char="l"/>
                <a:defRPr sz="2400" b="1">
                  <a:solidFill>
                    <a:srgbClr val="0000FF"/>
                  </a:solidFill>
                  <a:latin typeface="Garamond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CC"/>
                </a:buClr>
                <a:buSzPct val="75000"/>
                <a:buFont typeface="Wingdings" pitchFamily="2" charset="2"/>
                <a:buChar char="l"/>
                <a:defRPr sz="2000" b="1">
                  <a:solidFill>
                    <a:srgbClr val="0000CC"/>
                  </a:solidFill>
                  <a:latin typeface="Garamond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CC"/>
                </a:buClr>
                <a:buSzPct val="75000"/>
                <a:buFont typeface="Wingdings" pitchFamily="2" charset="2"/>
                <a:buChar char="l"/>
                <a:defRPr sz="2000" b="1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75000"/>
                <a:buFont typeface="Wingdings" pitchFamily="2" charset="2"/>
                <a:buChar char="l"/>
                <a:defRPr sz="2000" b="1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75000"/>
                <a:buFont typeface="Wingdings" pitchFamily="2" charset="2"/>
                <a:buChar char="l"/>
                <a:defRPr sz="2000" b="1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75000"/>
                <a:buFont typeface="Wingdings" pitchFamily="2" charset="2"/>
                <a:buChar char="l"/>
                <a:defRPr sz="2000" b="1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CC"/>
                </a:buClr>
                <a:buSzPct val="75000"/>
                <a:buFont typeface="Wingdings" pitchFamily="2" charset="2"/>
                <a:buChar char="l"/>
                <a:defRPr sz="2000" b="1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 typeface="Arial" pitchFamily="34" charset="0"/>
                <a:buNone/>
              </a:pPr>
              <a:endParaRPr lang="zh-CN" altLang="en-US" sz="2400" b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37994" name="Line 58"/>
            <p:cNvSpPr>
              <a:spLocks noChangeShapeType="1"/>
            </p:cNvSpPr>
            <p:nvPr/>
          </p:nvSpPr>
          <p:spPr bwMode="auto">
            <a:xfrm>
              <a:off x="4358" y="651"/>
              <a:ext cx="232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7995" name="Line 59"/>
            <p:cNvSpPr>
              <a:spLocks noChangeShapeType="1"/>
            </p:cNvSpPr>
            <p:nvPr/>
          </p:nvSpPr>
          <p:spPr bwMode="auto">
            <a:xfrm>
              <a:off x="2830" y="187"/>
              <a:ext cx="432" cy="0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7996" name="Line 60"/>
            <p:cNvSpPr>
              <a:spLocks noChangeShapeType="1"/>
            </p:cNvSpPr>
            <p:nvPr/>
          </p:nvSpPr>
          <p:spPr bwMode="auto">
            <a:xfrm>
              <a:off x="2846" y="475"/>
              <a:ext cx="432" cy="0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7997" name="Line 61"/>
            <p:cNvSpPr>
              <a:spLocks noChangeShapeType="1"/>
            </p:cNvSpPr>
            <p:nvPr/>
          </p:nvSpPr>
          <p:spPr bwMode="auto">
            <a:xfrm>
              <a:off x="2870" y="771"/>
              <a:ext cx="432" cy="0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pic>
          <p:nvPicPr>
            <p:cNvPr id="37998" name="Picture 62"/>
            <p:cNvPicPr>
              <a:picLocks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152"/>
              <a:ext cx="693" cy="8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7999" name="Picture 63"/>
            <p:cNvPicPr>
              <a:picLocks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72" y="0"/>
              <a:ext cx="349" cy="4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38000" name="Group 64"/>
            <p:cNvGrpSpPr>
              <a:grpSpLocks/>
            </p:cNvGrpSpPr>
            <p:nvPr/>
          </p:nvGrpSpPr>
          <p:grpSpPr bwMode="auto">
            <a:xfrm>
              <a:off x="2646" y="15"/>
              <a:ext cx="894" cy="1195"/>
              <a:chOff x="0" y="0"/>
              <a:chExt cx="894" cy="1195"/>
            </a:xfrm>
          </p:grpSpPr>
          <p:sp>
            <p:nvSpPr>
              <p:cNvPr id="38001" name="Oval 65"/>
              <p:cNvSpPr>
                <a:spLocks noChangeArrowheads="1"/>
              </p:cNvSpPr>
              <p:nvPr/>
            </p:nvSpPr>
            <p:spPr bwMode="auto">
              <a:xfrm>
                <a:off x="361" y="0"/>
                <a:ext cx="88" cy="1000"/>
              </a:xfrm>
              <a:prstGeom prst="ellipse">
                <a:avLst/>
              </a:prstGeom>
              <a:noFill/>
              <a:ln w="1905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lnSpc>
                    <a:spcPct val="120000"/>
                  </a:lnSpc>
                  <a:spcBef>
                    <a:spcPct val="20000"/>
                  </a:spcBef>
                  <a:buClr>
                    <a:srgbClr val="0000CC"/>
                  </a:buClr>
                  <a:buSzPct val="75000"/>
                  <a:buFont typeface="Wingdings" pitchFamily="2" charset="2"/>
                  <a:buChar char="l"/>
                  <a:defRPr sz="3200" b="1">
                    <a:solidFill>
                      <a:srgbClr val="0000CC"/>
                    </a:solidFill>
                    <a:latin typeface="Garamond" pitchFamily="18" charset="0"/>
                  </a:defRPr>
                </a:lvl1pPr>
                <a:lvl2pPr marL="742950" indent="-285750">
                  <a:lnSpc>
                    <a:spcPct val="80000"/>
                  </a:lnSpc>
                  <a:spcBef>
                    <a:spcPct val="20000"/>
                  </a:spcBef>
                  <a:buClr>
                    <a:srgbClr val="0000CC"/>
                  </a:buClr>
                  <a:buSzPct val="75000"/>
                  <a:buFont typeface="Wingdings" pitchFamily="2" charset="2"/>
                  <a:buChar char="l"/>
                  <a:defRPr sz="2800" b="1">
                    <a:solidFill>
                      <a:srgbClr val="0000CC"/>
                    </a:solidFill>
                    <a:latin typeface="Garamond" pitchFamily="18" charset="0"/>
                  </a:defRPr>
                </a:lvl2pPr>
                <a:lvl3pPr marL="1143000" indent="-228600">
                  <a:lnSpc>
                    <a:spcPct val="80000"/>
                  </a:lnSpc>
                  <a:spcBef>
                    <a:spcPct val="20000"/>
                  </a:spcBef>
                  <a:buClr>
                    <a:srgbClr val="0000CC"/>
                  </a:buClr>
                  <a:buSzPct val="75000"/>
                  <a:buFont typeface="Wingdings" pitchFamily="2" charset="2"/>
                  <a:buChar char="l"/>
                  <a:defRPr sz="2400" b="1">
                    <a:solidFill>
                      <a:srgbClr val="0000FF"/>
                    </a:solidFill>
                    <a:latin typeface="Garamond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CC"/>
                  </a:buClr>
                  <a:buSzPct val="75000"/>
                  <a:buFont typeface="Wingdings" pitchFamily="2" charset="2"/>
                  <a:buChar char="l"/>
                  <a:defRPr sz="2000" b="1">
                    <a:solidFill>
                      <a:srgbClr val="0000CC"/>
                    </a:solidFill>
                    <a:latin typeface="Garamond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CC"/>
                  </a:buClr>
                  <a:buSzPct val="75000"/>
                  <a:buFont typeface="Wingdings" pitchFamily="2" charset="2"/>
                  <a:buChar char="l"/>
                  <a:defRPr sz="2000" b="1">
                    <a:solidFill>
                      <a:schemeClr val="tx1"/>
                    </a:solidFill>
                    <a:latin typeface="Arial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CC"/>
                  </a:buClr>
                  <a:buSzPct val="75000"/>
                  <a:buFont typeface="Wingdings" pitchFamily="2" charset="2"/>
                  <a:buChar char="l"/>
                  <a:defRPr sz="2000" b="1">
                    <a:solidFill>
                      <a:schemeClr val="tx1"/>
                    </a:solidFill>
                    <a:latin typeface="Arial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CC"/>
                  </a:buClr>
                  <a:buSzPct val="75000"/>
                  <a:buFont typeface="Wingdings" pitchFamily="2" charset="2"/>
                  <a:buChar char="l"/>
                  <a:defRPr sz="2000" b="1">
                    <a:solidFill>
                      <a:schemeClr val="tx1"/>
                    </a:solidFill>
                    <a:latin typeface="Arial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CC"/>
                  </a:buClr>
                  <a:buSzPct val="75000"/>
                  <a:buFont typeface="Wingdings" pitchFamily="2" charset="2"/>
                  <a:buChar char="l"/>
                  <a:defRPr sz="2000" b="1">
                    <a:solidFill>
                      <a:schemeClr val="tx1"/>
                    </a:solidFill>
                    <a:latin typeface="Arial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CC"/>
                  </a:buClr>
                  <a:buSzPct val="75000"/>
                  <a:buFont typeface="Wingdings" pitchFamily="2" charset="2"/>
                  <a:buChar char="l"/>
                  <a:defRPr sz="2000" b="1">
                    <a:solidFill>
                      <a:schemeClr val="tx1"/>
                    </a:solidFill>
                    <a:latin typeface="Arial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 typeface="Arial" pitchFamily="34" charset="0"/>
                  <a:buNone/>
                </a:pPr>
                <a:endParaRPr lang="zh-CN" altLang="en-US" sz="2400" b="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endParaRPr>
              </a:p>
            </p:txBody>
          </p:sp>
          <p:sp>
            <p:nvSpPr>
              <p:cNvPr id="38002" name="Text Box 66"/>
              <p:cNvSpPr txBox="1">
                <a:spLocks noChangeArrowheads="1"/>
              </p:cNvSpPr>
              <p:nvPr/>
            </p:nvSpPr>
            <p:spPr bwMode="auto">
              <a:xfrm>
                <a:off x="0" y="1003"/>
                <a:ext cx="894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lnSpc>
                    <a:spcPct val="120000"/>
                  </a:lnSpc>
                  <a:spcBef>
                    <a:spcPct val="20000"/>
                  </a:spcBef>
                  <a:buClr>
                    <a:srgbClr val="0000CC"/>
                  </a:buClr>
                  <a:buSzPct val="75000"/>
                  <a:buFont typeface="Wingdings" pitchFamily="2" charset="2"/>
                  <a:buChar char="l"/>
                  <a:defRPr sz="3200" b="1">
                    <a:solidFill>
                      <a:srgbClr val="0000CC"/>
                    </a:solidFill>
                    <a:latin typeface="Garamond" pitchFamily="18" charset="0"/>
                  </a:defRPr>
                </a:lvl1pPr>
                <a:lvl2pPr marL="742950" indent="-285750">
                  <a:lnSpc>
                    <a:spcPct val="80000"/>
                  </a:lnSpc>
                  <a:spcBef>
                    <a:spcPct val="20000"/>
                  </a:spcBef>
                  <a:buClr>
                    <a:srgbClr val="0000CC"/>
                  </a:buClr>
                  <a:buSzPct val="75000"/>
                  <a:buFont typeface="Wingdings" pitchFamily="2" charset="2"/>
                  <a:buChar char="l"/>
                  <a:defRPr sz="2800" b="1">
                    <a:solidFill>
                      <a:srgbClr val="0000CC"/>
                    </a:solidFill>
                    <a:latin typeface="Garamond" pitchFamily="18" charset="0"/>
                  </a:defRPr>
                </a:lvl2pPr>
                <a:lvl3pPr marL="1143000" indent="-228600">
                  <a:lnSpc>
                    <a:spcPct val="80000"/>
                  </a:lnSpc>
                  <a:spcBef>
                    <a:spcPct val="20000"/>
                  </a:spcBef>
                  <a:buClr>
                    <a:srgbClr val="0000CC"/>
                  </a:buClr>
                  <a:buSzPct val="75000"/>
                  <a:buFont typeface="Wingdings" pitchFamily="2" charset="2"/>
                  <a:buChar char="l"/>
                  <a:defRPr sz="2400" b="1">
                    <a:solidFill>
                      <a:srgbClr val="0000FF"/>
                    </a:solidFill>
                    <a:latin typeface="Garamond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CC"/>
                  </a:buClr>
                  <a:buSzPct val="75000"/>
                  <a:buFont typeface="Wingdings" pitchFamily="2" charset="2"/>
                  <a:buChar char="l"/>
                  <a:defRPr sz="2000" b="1">
                    <a:solidFill>
                      <a:srgbClr val="0000CC"/>
                    </a:solidFill>
                    <a:latin typeface="Garamond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CC"/>
                  </a:buClr>
                  <a:buSzPct val="75000"/>
                  <a:buFont typeface="Wingdings" pitchFamily="2" charset="2"/>
                  <a:buChar char="l"/>
                  <a:defRPr sz="2000" b="1">
                    <a:solidFill>
                      <a:schemeClr val="tx1"/>
                    </a:solidFill>
                    <a:latin typeface="Arial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CC"/>
                  </a:buClr>
                  <a:buSzPct val="75000"/>
                  <a:buFont typeface="Wingdings" pitchFamily="2" charset="2"/>
                  <a:buChar char="l"/>
                  <a:defRPr sz="2000" b="1">
                    <a:solidFill>
                      <a:schemeClr val="tx1"/>
                    </a:solidFill>
                    <a:latin typeface="Arial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CC"/>
                  </a:buClr>
                  <a:buSzPct val="75000"/>
                  <a:buFont typeface="Wingdings" pitchFamily="2" charset="2"/>
                  <a:buChar char="l"/>
                  <a:defRPr sz="2000" b="1">
                    <a:solidFill>
                      <a:schemeClr val="tx1"/>
                    </a:solidFill>
                    <a:latin typeface="Arial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CC"/>
                  </a:buClr>
                  <a:buSzPct val="75000"/>
                  <a:buFont typeface="Wingdings" pitchFamily="2" charset="2"/>
                  <a:buChar char="l"/>
                  <a:defRPr sz="2000" b="1">
                    <a:solidFill>
                      <a:schemeClr val="tx1"/>
                    </a:solidFill>
                    <a:latin typeface="Arial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CC"/>
                  </a:buClr>
                  <a:buSzPct val="75000"/>
                  <a:buFont typeface="Wingdings" pitchFamily="2" charset="2"/>
                  <a:buChar char="l"/>
                  <a:defRPr sz="2000" b="1">
                    <a:solidFill>
                      <a:schemeClr val="tx1"/>
                    </a:solidFill>
                    <a:latin typeface="Arial" pitchFamily="34" charset="0"/>
                  </a:defRPr>
                </a:lvl9pPr>
              </a:lstStyle>
              <a:p>
                <a:pPr algn="ctr" eaLnBrk="1" hangingPunct="1">
                  <a:lnSpc>
                    <a:spcPct val="100000"/>
                  </a:lnSpc>
                  <a:spcBef>
                    <a:spcPct val="50000"/>
                  </a:spcBef>
                  <a:buClrTx/>
                  <a:buSzTx/>
                  <a:buFont typeface="Arial" pitchFamily="34" charset="0"/>
                  <a:buNone/>
                </a:pPr>
                <a:r>
                  <a:rPr lang="en-US" altLang="zh-CN" sz="1400">
                    <a:solidFill>
                      <a:srgbClr val="0000FF"/>
                    </a:solidFill>
                    <a:latin typeface="Times New Roman" pitchFamily="18" charset="0"/>
                    <a:ea typeface="宋体" pitchFamily="2" charset="-122"/>
                  </a:rPr>
                  <a:t>Error Prone</a:t>
                </a:r>
              </a:p>
            </p:txBody>
          </p:sp>
        </p:grpSp>
      </p:grpSp>
      <p:grpSp>
        <p:nvGrpSpPr>
          <p:cNvPr id="38979" name="Group 67"/>
          <p:cNvGrpSpPr>
            <a:grpSpLocks/>
          </p:cNvGrpSpPr>
          <p:nvPr/>
        </p:nvGrpSpPr>
        <p:grpSpPr bwMode="auto">
          <a:xfrm>
            <a:off x="511175" y="4494213"/>
            <a:ext cx="8405813" cy="1784350"/>
            <a:chOff x="0" y="0"/>
            <a:chExt cx="5295" cy="1124"/>
          </a:xfrm>
        </p:grpSpPr>
        <p:grpSp>
          <p:nvGrpSpPr>
            <p:cNvPr id="37897" name="Group 68"/>
            <p:cNvGrpSpPr>
              <a:grpSpLocks/>
            </p:cNvGrpSpPr>
            <p:nvPr/>
          </p:nvGrpSpPr>
          <p:grpSpPr bwMode="auto">
            <a:xfrm>
              <a:off x="3269" y="281"/>
              <a:ext cx="894" cy="843"/>
              <a:chOff x="0" y="0"/>
              <a:chExt cx="894" cy="843"/>
            </a:xfrm>
          </p:grpSpPr>
          <p:sp>
            <p:nvSpPr>
              <p:cNvPr id="37960" name="Oval 69"/>
              <p:cNvSpPr>
                <a:spLocks noChangeArrowheads="1"/>
              </p:cNvSpPr>
              <p:nvPr/>
            </p:nvSpPr>
            <p:spPr bwMode="auto">
              <a:xfrm>
                <a:off x="342" y="0"/>
                <a:ext cx="91" cy="632"/>
              </a:xfrm>
              <a:prstGeom prst="ellipse">
                <a:avLst/>
              </a:prstGeom>
              <a:noFill/>
              <a:ln w="1905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lnSpc>
                    <a:spcPct val="120000"/>
                  </a:lnSpc>
                  <a:spcBef>
                    <a:spcPct val="20000"/>
                  </a:spcBef>
                  <a:buClr>
                    <a:srgbClr val="0000CC"/>
                  </a:buClr>
                  <a:buSzPct val="75000"/>
                  <a:buFont typeface="Wingdings" pitchFamily="2" charset="2"/>
                  <a:buChar char="l"/>
                  <a:defRPr sz="3200" b="1">
                    <a:solidFill>
                      <a:srgbClr val="0000CC"/>
                    </a:solidFill>
                    <a:latin typeface="Garamond" pitchFamily="18" charset="0"/>
                  </a:defRPr>
                </a:lvl1pPr>
                <a:lvl2pPr marL="742950" indent="-285750">
                  <a:lnSpc>
                    <a:spcPct val="80000"/>
                  </a:lnSpc>
                  <a:spcBef>
                    <a:spcPct val="20000"/>
                  </a:spcBef>
                  <a:buClr>
                    <a:srgbClr val="0000CC"/>
                  </a:buClr>
                  <a:buSzPct val="75000"/>
                  <a:buFont typeface="Wingdings" pitchFamily="2" charset="2"/>
                  <a:buChar char="l"/>
                  <a:defRPr sz="2800" b="1">
                    <a:solidFill>
                      <a:srgbClr val="0000CC"/>
                    </a:solidFill>
                    <a:latin typeface="Garamond" pitchFamily="18" charset="0"/>
                  </a:defRPr>
                </a:lvl2pPr>
                <a:lvl3pPr marL="1143000" indent="-228600">
                  <a:lnSpc>
                    <a:spcPct val="80000"/>
                  </a:lnSpc>
                  <a:spcBef>
                    <a:spcPct val="20000"/>
                  </a:spcBef>
                  <a:buClr>
                    <a:srgbClr val="0000CC"/>
                  </a:buClr>
                  <a:buSzPct val="75000"/>
                  <a:buFont typeface="Wingdings" pitchFamily="2" charset="2"/>
                  <a:buChar char="l"/>
                  <a:defRPr sz="2400" b="1">
                    <a:solidFill>
                      <a:srgbClr val="0000FF"/>
                    </a:solidFill>
                    <a:latin typeface="Garamond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CC"/>
                  </a:buClr>
                  <a:buSzPct val="75000"/>
                  <a:buFont typeface="Wingdings" pitchFamily="2" charset="2"/>
                  <a:buChar char="l"/>
                  <a:defRPr sz="2000" b="1">
                    <a:solidFill>
                      <a:srgbClr val="0000CC"/>
                    </a:solidFill>
                    <a:latin typeface="Garamond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CC"/>
                  </a:buClr>
                  <a:buSzPct val="75000"/>
                  <a:buFont typeface="Wingdings" pitchFamily="2" charset="2"/>
                  <a:buChar char="l"/>
                  <a:defRPr sz="2000" b="1">
                    <a:solidFill>
                      <a:schemeClr val="tx1"/>
                    </a:solidFill>
                    <a:latin typeface="Arial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CC"/>
                  </a:buClr>
                  <a:buSzPct val="75000"/>
                  <a:buFont typeface="Wingdings" pitchFamily="2" charset="2"/>
                  <a:buChar char="l"/>
                  <a:defRPr sz="2000" b="1">
                    <a:solidFill>
                      <a:schemeClr val="tx1"/>
                    </a:solidFill>
                    <a:latin typeface="Arial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CC"/>
                  </a:buClr>
                  <a:buSzPct val="75000"/>
                  <a:buFont typeface="Wingdings" pitchFamily="2" charset="2"/>
                  <a:buChar char="l"/>
                  <a:defRPr sz="2000" b="1">
                    <a:solidFill>
                      <a:schemeClr val="tx1"/>
                    </a:solidFill>
                    <a:latin typeface="Arial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CC"/>
                  </a:buClr>
                  <a:buSzPct val="75000"/>
                  <a:buFont typeface="Wingdings" pitchFamily="2" charset="2"/>
                  <a:buChar char="l"/>
                  <a:defRPr sz="2000" b="1">
                    <a:solidFill>
                      <a:schemeClr val="tx1"/>
                    </a:solidFill>
                    <a:latin typeface="Arial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CC"/>
                  </a:buClr>
                  <a:buSzPct val="75000"/>
                  <a:buFont typeface="Wingdings" pitchFamily="2" charset="2"/>
                  <a:buChar char="l"/>
                  <a:defRPr sz="2000" b="1">
                    <a:solidFill>
                      <a:schemeClr val="tx1"/>
                    </a:solidFill>
                    <a:latin typeface="Arial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 typeface="Arial" pitchFamily="34" charset="0"/>
                  <a:buNone/>
                </a:pPr>
                <a:endParaRPr lang="zh-CN" altLang="en-US" sz="2400" b="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endParaRPr>
              </a:p>
            </p:txBody>
          </p:sp>
          <p:sp>
            <p:nvSpPr>
              <p:cNvPr id="37961" name="Text Box 70"/>
              <p:cNvSpPr txBox="1">
                <a:spLocks noChangeArrowheads="1"/>
              </p:cNvSpPr>
              <p:nvPr/>
            </p:nvSpPr>
            <p:spPr bwMode="auto">
              <a:xfrm>
                <a:off x="0" y="651"/>
                <a:ext cx="894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lnSpc>
                    <a:spcPct val="120000"/>
                  </a:lnSpc>
                  <a:spcBef>
                    <a:spcPct val="20000"/>
                  </a:spcBef>
                  <a:buClr>
                    <a:srgbClr val="0000CC"/>
                  </a:buClr>
                  <a:buSzPct val="75000"/>
                  <a:buFont typeface="Wingdings" pitchFamily="2" charset="2"/>
                  <a:buChar char="l"/>
                  <a:defRPr sz="3200" b="1">
                    <a:solidFill>
                      <a:srgbClr val="0000CC"/>
                    </a:solidFill>
                    <a:latin typeface="Garamond" pitchFamily="18" charset="0"/>
                  </a:defRPr>
                </a:lvl1pPr>
                <a:lvl2pPr marL="742950" indent="-285750">
                  <a:lnSpc>
                    <a:spcPct val="80000"/>
                  </a:lnSpc>
                  <a:spcBef>
                    <a:spcPct val="20000"/>
                  </a:spcBef>
                  <a:buClr>
                    <a:srgbClr val="0000CC"/>
                  </a:buClr>
                  <a:buSzPct val="75000"/>
                  <a:buFont typeface="Wingdings" pitchFamily="2" charset="2"/>
                  <a:buChar char="l"/>
                  <a:defRPr sz="2800" b="1">
                    <a:solidFill>
                      <a:srgbClr val="0000CC"/>
                    </a:solidFill>
                    <a:latin typeface="Garamond" pitchFamily="18" charset="0"/>
                  </a:defRPr>
                </a:lvl2pPr>
                <a:lvl3pPr marL="1143000" indent="-228600">
                  <a:lnSpc>
                    <a:spcPct val="80000"/>
                  </a:lnSpc>
                  <a:spcBef>
                    <a:spcPct val="20000"/>
                  </a:spcBef>
                  <a:buClr>
                    <a:srgbClr val="0000CC"/>
                  </a:buClr>
                  <a:buSzPct val="75000"/>
                  <a:buFont typeface="Wingdings" pitchFamily="2" charset="2"/>
                  <a:buChar char="l"/>
                  <a:defRPr sz="2400" b="1">
                    <a:solidFill>
                      <a:srgbClr val="0000FF"/>
                    </a:solidFill>
                    <a:latin typeface="Garamond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CC"/>
                  </a:buClr>
                  <a:buSzPct val="75000"/>
                  <a:buFont typeface="Wingdings" pitchFamily="2" charset="2"/>
                  <a:buChar char="l"/>
                  <a:defRPr sz="2000" b="1">
                    <a:solidFill>
                      <a:srgbClr val="0000CC"/>
                    </a:solidFill>
                    <a:latin typeface="Garamond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CC"/>
                  </a:buClr>
                  <a:buSzPct val="75000"/>
                  <a:buFont typeface="Wingdings" pitchFamily="2" charset="2"/>
                  <a:buChar char="l"/>
                  <a:defRPr sz="2000" b="1">
                    <a:solidFill>
                      <a:schemeClr val="tx1"/>
                    </a:solidFill>
                    <a:latin typeface="Arial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CC"/>
                  </a:buClr>
                  <a:buSzPct val="75000"/>
                  <a:buFont typeface="Wingdings" pitchFamily="2" charset="2"/>
                  <a:buChar char="l"/>
                  <a:defRPr sz="2000" b="1">
                    <a:solidFill>
                      <a:schemeClr val="tx1"/>
                    </a:solidFill>
                    <a:latin typeface="Arial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CC"/>
                  </a:buClr>
                  <a:buSzPct val="75000"/>
                  <a:buFont typeface="Wingdings" pitchFamily="2" charset="2"/>
                  <a:buChar char="l"/>
                  <a:defRPr sz="2000" b="1">
                    <a:solidFill>
                      <a:schemeClr val="tx1"/>
                    </a:solidFill>
                    <a:latin typeface="Arial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CC"/>
                  </a:buClr>
                  <a:buSzPct val="75000"/>
                  <a:buFont typeface="Wingdings" pitchFamily="2" charset="2"/>
                  <a:buChar char="l"/>
                  <a:defRPr sz="2000" b="1">
                    <a:solidFill>
                      <a:schemeClr val="tx1"/>
                    </a:solidFill>
                    <a:latin typeface="Arial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CC"/>
                  </a:buClr>
                  <a:buSzPct val="75000"/>
                  <a:buFont typeface="Wingdings" pitchFamily="2" charset="2"/>
                  <a:buChar char="l"/>
                  <a:defRPr sz="2000" b="1">
                    <a:solidFill>
                      <a:schemeClr val="tx1"/>
                    </a:solidFill>
                    <a:latin typeface="Arial" pitchFamily="34" charset="0"/>
                  </a:defRPr>
                </a:lvl9pPr>
              </a:lstStyle>
              <a:p>
                <a:pPr algn="ctr" eaLnBrk="1" hangingPunct="1">
                  <a:lnSpc>
                    <a:spcPct val="100000"/>
                  </a:lnSpc>
                  <a:spcBef>
                    <a:spcPct val="50000"/>
                  </a:spcBef>
                  <a:buClrTx/>
                  <a:buSzTx/>
                  <a:buFont typeface="Arial" pitchFamily="34" charset="0"/>
                  <a:buNone/>
                </a:pPr>
                <a:r>
                  <a:rPr lang="en-US" altLang="zh-CN" sz="1400">
                    <a:solidFill>
                      <a:srgbClr val="0000FF"/>
                    </a:solidFill>
                    <a:latin typeface="Times New Roman" pitchFamily="18" charset="0"/>
                    <a:ea typeface="宋体" pitchFamily="2" charset="-122"/>
                  </a:rPr>
                  <a:t>Low P</a:t>
                </a:r>
                <a:r>
                  <a:rPr lang="en-US" altLang="zh-CN" sz="1400" baseline="-25000">
                    <a:solidFill>
                      <a:srgbClr val="0000FF"/>
                    </a:solidFill>
                    <a:latin typeface="Times New Roman" pitchFamily="18" charset="0"/>
                    <a:ea typeface="宋体" pitchFamily="2" charset="-122"/>
                  </a:rPr>
                  <a:t>e</a:t>
                </a:r>
              </a:p>
            </p:txBody>
          </p:sp>
        </p:grpSp>
        <p:grpSp>
          <p:nvGrpSpPr>
            <p:cNvPr id="37898" name="Group 71"/>
            <p:cNvGrpSpPr>
              <a:grpSpLocks/>
            </p:cNvGrpSpPr>
            <p:nvPr/>
          </p:nvGrpSpPr>
          <p:grpSpPr bwMode="auto">
            <a:xfrm>
              <a:off x="0" y="0"/>
              <a:ext cx="5295" cy="994"/>
              <a:chOff x="0" y="0"/>
              <a:chExt cx="5295" cy="994"/>
            </a:xfrm>
          </p:grpSpPr>
          <p:sp>
            <p:nvSpPr>
              <p:cNvPr id="37899" name="Rectangle 72"/>
              <p:cNvSpPr>
                <a:spLocks noChangeArrowheads="1"/>
              </p:cNvSpPr>
              <p:nvPr/>
            </p:nvSpPr>
            <p:spPr bwMode="auto">
              <a:xfrm>
                <a:off x="4702" y="297"/>
                <a:ext cx="48" cy="32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120000"/>
                  </a:lnSpc>
                  <a:spcBef>
                    <a:spcPct val="20000"/>
                  </a:spcBef>
                  <a:buClr>
                    <a:srgbClr val="0000CC"/>
                  </a:buClr>
                  <a:buSzPct val="75000"/>
                  <a:buFont typeface="Wingdings" pitchFamily="2" charset="2"/>
                  <a:buChar char="l"/>
                  <a:defRPr sz="3200" b="1">
                    <a:solidFill>
                      <a:srgbClr val="0000CC"/>
                    </a:solidFill>
                    <a:latin typeface="Garamond" pitchFamily="18" charset="0"/>
                  </a:defRPr>
                </a:lvl1pPr>
                <a:lvl2pPr marL="742950" indent="-285750">
                  <a:lnSpc>
                    <a:spcPct val="80000"/>
                  </a:lnSpc>
                  <a:spcBef>
                    <a:spcPct val="20000"/>
                  </a:spcBef>
                  <a:buClr>
                    <a:srgbClr val="0000CC"/>
                  </a:buClr>
                  <a:buSzPct val="75000"/>
                  <a:buFont typeface="Wingdings" pitchFamily="2" charset="2"/>
                  <a:buChar char="l"/>
                  <a:defRPr sz="2800" b="1">
                    <a:solidFill>
                      <a:srgbClr val="0000CC"/>
                    </a:solidFill>
                    <a:latin typeface="Garamond" pitchFamily="18" charset="0"/>
                  </a:defRPr>
                </a:lvl2pPr>
                <a:lvl3pPr marL="1143000" indent="-228600">
                  <a:lnSpc>
                    <a:spcPct val="80000"/>
                  </a:lnSpc>
                  <a:spcBef>
                    <a:spcPct val="20000"/>
                  </a:spcBef>
                  <a:buClr>
                    <a:srgbClr val="0000CC"/>
                  </a:buClr>
                  <a:buSzPct val="75000"/>
                  <a:buFont typeface="Wingdings" pitchFamily="2" charset="2"/>
                  <a:buChar char="l"/>
                  <a:defRPr sz="2400" b="1">
                    <a:solidFill>
                      <a:srgbClr val="0000FF"/>
                    </a:solidFill>
                    <a:latin typeface="Garamond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CC"/>
                  </a:buClr>
                  <a:buSzPct val="75000"/>
                  <a:buFont typeface="Wingdings" pitchFamily="2" charset="2"/>
                  <a:buChar char="l"/>
                  <a:defRPr sz="2000" b="1">
                    <a:solidFill>
                      <a:srgbClr val="0000CC"/>
                    </a:solidFill>
                    <a:latin typeface="Garamond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CC"/>
                  </a:buClr>
                  <a:buSzPct val="75000"/>
                  <a:buFont typeface="Wingdings" pitchFamily="2" charset="2"/>
                  <a:buChar char="l"/>
                  <a:defRPr sz="2000" b="1">
                    <a:solidFill>
                      <a:schemeClr val="tx1"/>
                    </a:solidFill>
                    <a:latin typeface="Arial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CC"/>
                  </a:buClr>
                  <a:buSzPct val="75000"/>
                  <a:buFont typeface="Wingdings" pitchFamily="2" charset="2"/>
                  <a:buChar char="l"/>
                  <a:defRPr sz="2000" b="1">
                    <a:solidFill>
                      <a:schemeClr val="tx1"/>
                    </a:solidFill>
                    <a:latin typeface="Arial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CC"/>
                  </a:buClr>
                  <a:buSzPct val="75000"/>
                  <a:buFont typeface="Wingdings" pitchFamily="2" charset="2"/>
                  <a:buChar char="l"/>
                  <a:defRPr sz="2000" b="1">
                    <a:solidFill>
                      <a:schemeClr val="tx1"/>
                    </a:solidFill>
                    <a:latin typeface="Arial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CC"/>
                  </a:buClr>
                  <a:buSzPct val="75000"/>
                  <a:buFont typeface="Wingdings" pitchFamily="2" charset="2"/>
                  <a:buChar char="l"/>
                  <a:defRPr sz="2000" b="1">
                    <a:solidFill>
                      <a:schemeClr val="tx1"/>
                    </a:solidFill>
                    <a:latin typeface="Arial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CC"/>
                  </a:buClr>
                  <a:buSzPct val="75000"/>
                  <a:buFont typeface="Wingdings" pitchFamily="2" charset="2"/>
                  <a:buChar char="l"/>
                  <a:defRPr sz="2000" b="1">
                    <a:solidFill>
                      <a:schemeClr val="tx1"/>
                    </a:solidFill>
                    <a:latin typeface="Arial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 typeface="Arial" pitchFamily="34" charset="0"/>
                  <a:buNone/>
                </a:pPr>
                <a:endParaRPr lang="zh-CN" altLang="en-US" sz="2400" b="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endParaRPr>
              </a:p>
            </p:txBody>
          </p:sp>
          <p:sp>
            <p:nvSpPr>
              <p:cNvPr id="37900" name="Rectangle 73"/>
              <p:cNvSpPr>
                <a:spLocks noChangeArrowheads="1"/>
              </p:cNvSpPr>
              <p:nvPr/>
            </p:nvSpPr>
            <p:spPr bwMode="auto">
              <a:xfrm>
                <a:off x="4798" y="393"/>
                <a:ext cx="112" cy="27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120000"/>
                  </a:lnSpc>
                  <a:spcBef>
                    <a:spcPct val="20000"/>
                  </a:spcBef>
                  <a:buClr>
                    <a:srgbClr val="0000CC"/>
                  </a:buClr>
                  <a:buSzPct val="75000"/>
                  <a:buFont typeface="Wingdings" pitchFamily="2" charset="2"/>
                  <a:buChar char="l"/>
                  <a:defRPr sz="3200" b="1">
                    <a:solidFill>
                      <a:srgbClr val="0000CC"/>
                    </a:solidFill>
                    <a:latin typeface="Garamond" pitchFamily="18" charset="0"/>
                  </a:defRPr>
                </a:lvl1pPr>
                <a:lvl2pPr marL="742950" indent="-285750">
                  <a:lnSpc>
                    <a:spcPct val="80000"/>
                  </a:lnSpc>
                  <a:spcBef>
                    <a:spcPct val="20000"/>
                  </a:spcBef>
                  <a:buClr>
                    <a:srgbClr val="0000CC"/>
                  </a:buClr>
                  <a:buSzPct val="75000"/>
                  <a:buFont typeface="Wingdings" pitchFamily="2" charset="2"/>
                  <a:buChar char="l"/>
                  <a:defRPr sz="2800" b="1">
                    <a:solidFill>
                      <a:srgbClr val="0000CC"/>
                    </a:solidFill>
                    <a:latin typeface="Garamond" pitchFamily="18" charset="0"/>
                  </a:defRPr>
                </a:lvl2pPr>
                <a:lvl3pPr marL="1143000" indent="-228600">
                  <a:lnSpc>
                    <a:spcPct val="80000"/>
                  </a:lnSpc>
                  <a:spcBef>
                    <a:spcPct val="20000"/>
                  </a:spcBef>
                  <a:buClr>
                    <a:srgbClr val="0000CC"/>
                  </a:buClr>
                  <a:buSzPct val="75000"/>
                  <a:buFont typeface="Wingdings" pitchFamily="2" charset="2"/>
                  <a:buChar char="l"/>
                  <a:defRPr sz="2400" b="1">
                    <a:solidFill>
                      <a:srgbClr val="0000FF"/>
                    </a:solidFill>
                    <a:latin typeface="Garamond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CC"/>
                  </a:buClr>
                  <a:buSzPct val="75000"/>
                  <a:buFont typeface="Wingdings" pitchFamily="2" charset="2"/>
                  <a:buChar char="l"/>
                  <a:defRPr sz="2000" b="1">
                    <a:solidFill>
                      <a:srgbClr val="0000CC"/>
                    </a:solidFill>
                    <a:latin typeface="Garamond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CC"/>
                  </a:buClr>
                  <a:buSzPct val="75000"/>
                  <a:buFont typeface="Wingdings" pitchFamily="2" charset="2"/>
                  <a:buChar char="l"/>
                  <a:defRPr sz="2000" b="1">
                    <a:solidFill>
                      <a:schemeClr val="tx1"/>
                    </a:solidFill>
                    <a:latin typeface="Arial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CC"/>
                  </a:buClr>
                  <a:buSzPct val="75000"/>
                  <a:buFont typeface="Wingdings" pitchFamily="2" charset="2"/>
                  <a:buChar char="l"/>
                  <a:defRPr sz="2000" b="1">
                    <a:solidFill>
                      <a:schemeClr val="tx1"/>
                    </a:solidFill>
                    <a:latin typeface="Arial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CC"/>
                  </a:buClr>
                  <a:buSzPct val="75000"/>
                  <a:buFont typeface="Wingdings" pitchFamily="2" charset="2"/>
                  <a:buChar char="l"/>
                  <a:defRPr sz="2000" b="1">
                    <a:solidFill>
                      <a:schemeClr val="tx1"/>
                    </a:solidFill>
                    <a:latin typeface="Arial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CC"/>
                  </a:buClr>
                  <a:buSzPct val="75000"/>
                  <a:buFont typeface="Wingdings" pitchFamily="2" charset="2"/>
                  <a:buChar char="l"/>
                  <a:defRPr sz="2000" b="1">
                    <a:solidFill>
                      <a:schemeClr val="tx1"/>
                    </a:solidFill>
                    <a:latin typeface="Arial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CC"/>
                  </a:buClr>
                  <a:buSzPct val="75000"/>
                  <a:buFont typeface="Wingdings" pitchFamily="2" charset="2"/>
                  <a:buChar char="l"/>
                  <a:defRPr sz="2000" b="1">
                    <a:solidFill>
                      <a:schemeClr val="tx1"/>
                    </a:solidFill>
                    <a:latin typeface="Arial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 typeface="Arial" pitchFamily="34" charset="0"/>
                  <a:buNone/>
                </a:pPr>
                <a:endParaRPr lang="zh-CN" altLang="en-US" sz="2400" b="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endParaRPr>
              </a:p>
            </p:txBody>
          </p:sp>
          <p:sp>
            <p:nvSpPr>
              <p:cNvPr id="37901" name="Rectangle 74"/>
              <p:cNvSpPr>
                <a:spLocks noChangeArrowheads="1"/>
              </p:cNvSpPr>
              <p:nvPr/>
            </p:nvSpPr>
            <p:spPr bwMode="auto">
              <a:xfrm>
                <a:off x="4894" y="489"/>
                <a:ext cx="48" cy="32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120000"/>
                  </a:lnSpc>
                  <a:spcBef>
                    <a:spcPct val="20000"/>
                  </a:spcBef>
                  <a:buClr>
                    <a:srgbClr val="0000CC"/>
                  </a:buClr>
                  <a:buSzPct val="75000"/>
                  <a:buFont typeface="Wingdings" pitchFamily="2" charset="2"/>
                  <a:buChar char="l"/>
                  <a:defRPr sz="3200" b="1">
                    <a:solidFill>
                      <a:srgbClr val="0000CC"/>
                    </a:solidFill>
                    <a:latin typeface="Garamond" pitchFamily="18" charset="0"/>
                  </a:defRPr>
                </a:lvl1pPr>
                <a:lvl2pPr marL="742950" indent="-285750">
                  <a:lnSpc>
                    <a:spcPct val="80000"/>
                  </a:lnSpc>
                  <a:spcBef>
                    <a:spcPct val="20000"/>
                  </a:spcBef>
                  <a:buClr>
                    <a:srgbClr val="0000CC"/>
                  </a:buClr>
                  <a:buSzPct val="75000"/>
                  <a:buFont typeface="Wingdings" pitchFamily="2" charset="2"/>
                  <a:buChar char="l"/>
                  <a:defRPr sz="2800" b="1">
                    <a:solidFill>
                      <a:srgbClr val="0000CC"/>
                    </a:solidFill>
                    <a:latin typeface="Garamond" pitchFamily="18" charset="0"/>
                  </a:defRPr>
                </a:lvl2pPr>
                <a:lvl3pPr marL="1143000" indent="-228600">
                  <a:lnSpc>
                    <a:spcPct val="80000"/>
                  </a:lnSpc>
                  <a:spcBef>
                    <a:spcPct val="20000"/>
                  </a:spcBef>
                  <a:buClr>
                    <a:srgbClr val="0000CC"/>
                  </a:buClr>
                  <a:buSzPct val="75000"/>
                  <a:buFont typeface="Wingdings" pitchFamily="2" charset="2"/>
                  <a:buChar char="l"/>
                  <a:defRPr sz="2400" b="1">
                    <a:solidFill>
                      <a:srgbClr val="0000FF"/>
                    </a:solidFill>
                    <a:latin typeface="Garamond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CC"/>
                  </a:buClr>
                  <a:buSzPct val="75000"/>
                  <a:buFont typeface="Wingdings" pitchFamily="2" charset="2"/>
                  <a:buChar char="l"/>
                  <a:defRPr sz="2000" b="1">
                    <a:solidFill>
                      <a:srgbClr val="0000CC"/>
                    </a:solidFill>
                    <a:latin typeface="Garamond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CC"/>
                  </a:buClr>
                  <a:buSzPct val="75000"/>
                  <a:buFont typeface="Wingdings" pitchFamily="2" charset="2"/>
                  <a:buChar char="l"/>
                  <a:defRPr sz="2000" b="1">
                    <a:solidFill>
                      <a:schemeClr val="tx1"/>
                    </a:solidFill>
                    <a:latin typeface="Arial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CC"/>
                  </a:buClr>
                  <a:buSzPct val="75000"/>
                  <a:buFont typeface="Wingdings" pitchFamily="2" charset="2"/>
                  <a:buChar char="l"/>
                  <a:defRPr sz="2000" b="1">
                    <a:solidFill>
                      <a:schemeClr val="tx1"/>
                    </a:solidFill>
                    <a:latin typeface="Arial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CC"/>
                  </a:buClr>
                  <a:buSzPct val="75000"/>
                  <a:buFont typeface="Wingdings" pitchFamily="2" charset="2"/>
                  <a:buChar char="l"/>
                  <a:defRPr sz="2000" b="1">
                    <a:solidFill>
                      <a:schemeClr val="tx1"/>
                    </a:solidFill>
                    <a:latin typeface="Arial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CC"/>
                  </a:buClr>
                  <a:buSzPct val="75000"/>
                  <a:buFont typeface="Wingdings" pitchFamily="2" charset="2"/>
                  <a:buChar char="l"/>
                  <a:defRPr sz="2000" b="1">
                    <a:solidFill>
                      <a:schemeClr val="tx1"/>
                    </a:solidFill>
                    <a:latin typeface="Arial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CC"/>
                  </a:buClr>
                  <a:buSzPct val="75000"/>
                  <a:buFont typeface="Wingdings" pitchFamily="2" charset="2"/>
                  <a:buChar char="l"/>
                  <a:defRPr sz="2000" b="1">
                    <a:solidFill>
                      <a:schemeClr val="tx1"/>
                    </a:solidFill>
                    <a:latin typeface="Arial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 typeface="Arial" pitchFamily="34" charset="0"/>
                  <a:buNone/>
                </a:pPr>
                <a:endParaRPr lang="zh-CN" altLang="en-US" sz="2400" b="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endParaRPr>
              </a:p>
            </p:txBody>
          </p:sp>
          <p:sp>
            <p:nvSpPr>
              <p:cNvPr id="37902" name="Rectangle 75"/>
              <p:cNvSpPr>
                <a:spLocks noChangeArrowheads="1"/>
              </p:cNvSpPr>
              <p:nvPr/>
            </p:nvSpPr>
            <p:spPr bwMode="auto">
              <a:xfrm>
                <a:off x="5118" y="329"/>
                <a:ext cx="48" cy="32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120000"/>
                  </a:lnSpc>
                  <a:spcBef>
                    <a:spcPct val="20000"/>
                  </a:spcBef>
                  <a:buClr>
                    <a:srgbClr val="0000CC"/>
                  </a:buClr>
                  <a:buSzPct val="75000"/>
                  <a:buFont typeface="Wingdings" pitchFamily="2" charset="2"/>
                  <a:buChar char="l"/>
                  <a:defRPr sz="3200" b="1">
                    <a:solidFill>
                      <a:srgbClr val="0000CC"/>
                    </a:solidFill>
                    <a:latin typeface="Garamond" pitchFamily="18" charset="0"/>
                  </a:defRPr>
                </a:lvl1pPr>
                <a:lvl2pPr marL="742950" indent="-285750">
                  <a:lnSpc>
                    <a:spcPct val="80000"/>
                  </a:lnSpc>
                  <a:spcBef>
                    <a:spcPct val="20000"/>
                  </a:spcBef>
                  <a:buClr>
                    <a:srgbClr val="0000CC"/>
                  </a:buClr>
                  <a:buSzPct val="75000"/>
                  <a:buFont typeface="Wingdings" pitchFamily="2" charset="2"/>
                  <a:buChar char="l"/>
                  <a:defRPr sz="2800" b="1">
                    <a:solidFill>
                      <a:srgbClr val="0000CC"/>
                    </a:solidFill>
                    <a:latin typeface="Garamond" pitchFamily="18" charset="0"/>
                  </a:defRPr>
                </a:lvl2pPr>
                <a:lvl3pPr marL="1143000" indent="-228600">
                  <a:lnSpc>
                    <a:spcPct val="80000"/>
                  </a:lnSpc>
                  <a:spcBef>
                    <a:spcPct val="20000"/>
                  </a:spcBef>
                  <a:buClr>
                    <a:srgbClr val="0000CC"/>
                  </a:buClr>
                  <a:buSzPct val="75000"/>
                  <a:buFont typeface="Wingdings" pitchFamily="2" charset="2"/>
                  <a:buChar char="l"/>
                  <a:defRPr sz="2400" b="1">
                    <a:solidFill>
                      <a:srgbClr val="0000FF"/>
                    </a:solidFill>
                    <a:latin typeface="Garamond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CC"/>
                  </a:buClr>
                  <a:buSzPct val="75000"/>
                  <a:buFont typeface="Wingdings" pitchFamily="2" charset="2"/>
                  <a:buChar char="l"/>
                  <a:defRPr sz="2000" b="1">
                    <a:solidFill>
                      <a:srgbClr val="0000CC"/>
                    </a:solidFill>
                    <a:latin typeface="Garamond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CC"/>
                  </a:buClr>
                  <a:buSzPct val="75000"/>
                  <a:buFont typeface="Wingdings" pitchFamily="2" charset="2"/>
                  <a:buChar char="l"/>
                  <a:defRPr sz="2000" b="1">
                    <a:solidFill>
                      <a:schemeClr val="tx1"/>
                    </a:solidFill>
                    <a:latin typeface="Arial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CC"/>
                  </a:buClr>
                  <a:buSzPct val="75000"/>
                  <a:buFont typeface="Wingdings" pitchFamily="2" charset="2"/>
                  <a:buChar char="l"/>
                  <a:defRPr sz="2000" b="1">
                    <a:solidFill>
                      <a:schemeClr val="tx1"/>
                    </a:solidFill>
                    <a:latin typeface="Arial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CC"/>
                  </a:buClr>
                  <a:buSzPct val="75000"/>
                  <a:buFont typeface="Wingdings" pitchFamily="2" charset="2"/>
                  <a:buChar char="l"/>
                  <a:defRPr sz="2000" b="1">
                    <a:solidFill>
                      <a:schemeClr val="tx1"/>
                    </a:solidFill>
                    <a:latin typeface="Arial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CC"/>
                  </a:buClr>
                  <a:buSzPct val="75000"/>
                  <a:buFont typeface="Wingdings" pitchFamily="2" charset="2"/>
                  <a:buChar char="l"/>
                  <a:defRPr sz="2000" b="1">
                    <a:solidFill>
                      <a:schemeClr val="tx1"/>
                    </a:solidFill>
                    <a:latin typeface="Arial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CC"/>
                  </a:buClr>
                  <a:buSzPct val="75000"/>
                  <a:buFont typeface="Wingdings" pitchFamily="2" charset="2"/>
                  <a:buChar char="l"/>
                  <a:defRPr sz="2000" b="1">
                    <a:solidFill>
                      <a:schemeClr val="tx1"/>
                    </a:solidFill>
                    <a:latin typeface="Arial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 typeface="Arial" pitchFamily="34" charset="0"/>
                  <a:buNone/>
                </a:pPr>
                <a:endParaRPr lang="zh-CN" altLang="en-US" sz="2400" b="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endParaRPr>
              </a:p>
            </p:txBody>
          </p:sp>
          <p:sp>
            <p:nvSpPr>
              <p:cNvPr id="37903" name="Rectangle 76"/>
              <p:cNvSpPr>
                <a:spLocks noChangeArrowheads="1"/>
              </p:cNvSpPr>
              <p:nvPr/>
            </p:nvSpPr>
            <p:spPr bwMode="auto">
              <a:xfrm>
                <a:off x="4750" y="617"/>
                <a:ext cx="104" cy="32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120000"/>
                  </a:lnSpc>
                  <a:spcBef>
                    <a:spcPct val="20000"/>
                  </a:spcBef>
                  <a:buClr>
                    <a:srgbClr val="0000CC"/>
                  </a:buClr>
                  <a:buSzPct val="75000"/>
                  <a:buFont typeface="Wingdings" pitchFamily="2" charset="2"/>
                  <a:buChar char="l"/>
                  <a:defRPr sz="3200" b="1">
                    <a:solidFill>
                      <a:srgbClr val="0000CC"/>
                    </a:solidFill>
                    <a:latin typeface="Garamond" pitchFamily="18" charset="0"/>
                  </a:defRPr>
                </a:lvl1pPr>
                <a:lvl2pPr marL="742950" indent="-285750">
                  <a:lnSpc>
                    <a:spcPct val="80000"/>
                  </a:lnSpc>
                  <a:spcBef>
                    <a:spcPct val="20000"/>
                  </a:spcBef>
                  <a:buClr>
                    <a:srgbClr val="0000CC"/>
                  </a:buClr>
                  <a:buSzPct val="75000"/>
                  <a:buFont typeface="Wingdings" pitchFamily="2" charset="2"/>
                  <a:buChar char="l"/>
                  <a:defRPr sz="2800" b="1">
                    <a:solidFill>
                      <a:srgbClr val="0000CC"/>
                    </a:solidFill>
                    <a:latin typeface="Garamond" pitchFamily="18" charset="0"/>
                  </a:defRPr>
                </a:lvl2pPr>
                <a:lvl3pPr marL="1143000" indent="-228600">
                  <a:lnSpc>
                    <a:spcPct val="80000"/>
                  </a:lnSpc>
                  <a:spcBef>
                    <a:spcPct val="20000"/>
                  </a:spcBef>
                  <a:buClr>
                    <a:srgbClr val="0000CC"/>
                  </a:buClr>
                  <a:buSzPct val="75000"/>
                  <a:buFont typeface="Wingdings" pitchFamily="2" charset="2"/>
                  <a:buChar char="l"/>
                  <a:defRPr sz="2400" b="1">
                    <a:solidFill>
                      <a:srgbClr val="0000FF"/>
                    </a:solidFill>
                    <a:latin typeface="Garamond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CC"/>
                  </a:buClr>
                  <a:buSzPct val="75000"/>
                  <a:buFont typeface="Wingdings" pitchFamily="2" charset="2"/>
                  <a:buChar char="l"/>
                  <a:defRPr sz="2000" b="1">
                    <a:solidFill>
                      <a:srgbClr val="0000CC"/>
                    </a:solidFill>
                    <a:latin typeface="Garamond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CC"/>
                  </a:buClr>
                  <a:buSzPct val="75000"/>
                  <a:buFont typeface="Wingdings" pitchFamily="2" charset="2"/>
                  <a:buChar char="l"/>
                  <a:defRPr sz="2000" b="1">
                    <a:solidFill>
                      <a:schemeClr val="tx1"/>
                    </a:solidFill>
                    <a:latin typeface="Arial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CC"/>
                  </a:buClr>
                  <a:buSzPct val="75000"/>
                  <a:buFont typeface="Wingdings" pitchFamily="2" charset="2"/>
                  <a:buChar char="l"/>
                  <a:defRPr sz="2000" b="1">
                    <a:solidFill>
                      <a:schemeClr val="tx1"/>
                    </a:solidFill>
                    <a:latin typeface="Arial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CC"/>
                  </a:buClr>
                  <a:buSzPct val="75000"/>
                  <a:buFont typeface="Wingdings" pitchFamily="2" charset="2"/>
                  <a:buChar char="l"/>
                  <a:defRPr sz="2000" b="1">
                    <a:solidFill>
                      <a:schemeClr val="tx1"/>
                    </a:solidFill>
                    <a:latin typeface="Arial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CC"/>
                  </a:buClr>
                  <a:buSzPct val="75000"/>
                  <a:buFont typeface="Wingdings" pitchFamily="2" charset="2"/>
                  <a:buChar char="l"/>
                  <a:defRPr sz="2000" b="1">
                    <a:solidFill>
                      <a:schemeClr val="tx1"/>
                    </a:solidFill>
                    <a:latin typeface="Arial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CC"/>
                  </a:buClr>
                  <a:buSzPct val="75000"/>
                  <a:buFont typeface="Wingdings" pitchFamily="2" charset="2"/>
                  <a:buChar char="l"/>
                  <a:defRPr sz="2000" b="1">
                    <a:solidFill>
                      <a:schemeClr val="tx1"/>
                    </a:solidFill>
                    <a:latin typeface="Arial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 typeface="Arial" pitchFamily="34" charset="0"/>
                  <a:buNone/>
                </a:pPr>
                <a:endParaRPr lang="zh-CN" altLang="en-US" sz="2400" b="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endParaRPr>
              </a:p>
            </p:txBody>
          </p:sp>
          <p:sp>
            <p:nvSpPr>
              <p:cNvPr id="37904" name="Rectangle 77"/>
              <p:cNvSpPr>
                <a:spLocks noChangeArrowheads="1"/>
              </p:cNvSpPr>
              <p:nvPr/>
            </p:nvSpPr>
            <p:spPr bwMode="auto">
              <a:xfrm>
                <a:off x="5046" y="585"/>
                <a:ext cx="48" cy="32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120000"/>
                  </a:lnSpc>
                  <a:spcBef>
                    <a:spcPct val="20000"/>
                  </a:spcBef>
                  <a:buClr>
                    <a:srgbClr val="0000CC"/>
                  </a:buClr>
                  <a:buSzPct val="75000"/>
                  <a:buFont typeface="Wingdings" pitchFamily="2" charset="2"/>
                  <a:buChar char="l"/>
                  <a:defRPr sz="3200" b="1">
                    <a:solidFill>
                      <a:srgbClr val="0000CC"/>
                    </a:solidFill>
                    <a:latin typeface="Garamond" pitchFamily="18" charset="0"/>
                  </a:defRPr>
                </a:lvl1pPr>
                <a:lvl2pPr marL="742950" indent="-285750">
                  <a:lnSpc>
                    <a:spcPct val="80000"/>
                  </a:lnSpc>
                  <a:spcBef>
                    <a:spcPct val="20000"/>
                  </a:spcBef>
                  <a:buClr>
                    <a:srgbClr val="0000CC"/>
                  </a:buClr>
                  <a:buSzPct val="75000"/>
                  <a:buFont typeface="Wingdings" pitchFamily="2" charset="2"/>
                  <a:buChar char="l"/>
                  <a:defRPr sz="2800" b="1">
                    <a:solidFill>
                      <a:srgbClr val="0000CC"/>
                    </a:solidFill>
                    <a:latin typeface="Garamond" pitchFamily="18" charset="0"/>
                  </a:defRPr>
                </a:lvl2pPr>
                <a:lvl3pPr marL="1143000" indent="-228600">
                  <a:lnSpc>
                    <a:spcPct val="80000"/>
                  </a:lnSpc>
                  <a:spcBef>
                    <a:spcPct val="20000"/>
                  </a:spcBef>
                  <a:buClr>
                    <a:srgbClr val="0000CC"/>
                  </a:buClr>
                  <a:buSzPct val="75000"/>
                  <a:buFont typeface="Wingdings" pitchFamily="2" charset="2"/>
                  <a:buChar char="l"/>
                  <a:defRPr sz="2400" b="1">
                    <a:solidFill>
                      <a:srgbClr val="0000FF"/>
                    </a:solidFill>
                    <a:latin typeface="Garamond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CC"/>
                  </a:buClr>
                  <a:buSzPct val="75000"/>
                  <a:buFont typeface="Wingdings" pitchFamily="2" charset="2"/>
                  <a:buChar char="l"/>
                  <a:defRPr sz="2000" b="1">
                    <a:solidFill>
                      <a:srgbClr val="0000CC"/>
                    </a:solidFill>
                    <a:latin typeface="Garamond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CC"/>
                  </a:buClr>
                  <a:buSzPct val="75000"/>
                  <a:buFont typeface="Wingdings" pitchFamily="2" charset="2"/>
                  <a:buChar char="l"/>
                  <a:defRPr sz="2000" b="1">
                    <a:solidFill>
                      <a:schemeClr val="tx1"/>
                    </a:solidFill>
                    <a:latin typeface="Arial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CC"/>
                  </a:buClr>
                  <a:buSzPct val="75000"/>
                  <a:buFont typeface="Wingdings" pitchFamily="2" charset="2"/>
                  <a:buChar char="l"/>
                  <a:defRPr sz="2000" b="1">
                    <a:solidFill>
                      <a:schemeClr val="tx1"/>
                    </a:solidFill>
                    <a:latin typeface="Arial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CC"/>
                  </a:buClr>
                  <a:buSzPct val="75000"/>
                  <a:buFont typeface="Wingdings" pitchFamily="2" charset="2"/>
                  <a:buChar char="l"/>
                  <a:defRPr sz="2000" b="1">
                    <a:solidFill>
                      <a:schemeClr val="tx1"/>
                    </a:solidFill>
                    <a:latin typeface="Arial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CC"/>
                  </a:buClr>
                  <a:buSzPct val="75000"/>
                  <a:buFont typeface="Wingdings" pitchFamily="2" charset="2"/>
                  <a:buChar char="l"/>
                  <a:defRPr sz="2000" b="1">
                    <a:solidFill>
                      <a:schemeClr val="tx1"/>
                    </a:solidFill>
                    <a:latin typeface="Arial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CC"/>
                  </a:buClr>
                  <a:buSzPct val="75000"/>
                  <a:buFont typeface="Wingdings" pitchFamily="2" charset="2"/>
                  <a:buChar char="l"/>
                  <a:defRPr sz="2000" b="1">
                    <a:solidFill>
                      <a:schemeClr val="tx1"/>
                    </a:solidFill>
                    <a:latin typeface="Arial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 typeface="Arial" pitchFamily="34" charset="0"/>
                  <a:buNone/>
                </a:pPr>
                <a:endParaRPr lang="zh-CN" altLang="en-US" sz="2400" b="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endParaRPr>
              </a:p>
            </p:txBody>
          </p:sp>
          <p:grpSp>
            <p:nvGrpSpPr>
              <p:cNvPr id="37905" name="Group 78"/>
              <p:cNvGrpSpPr>
                <a:grpSpLocks/>
              </p:cNvGrpSpPr>
              <p:nvPr/>
            </p:nvGrpSpPr>
            <p:grpSpPr bwMode="auto">
              <a:xfrm>
                <a:off x="2661" y="102"/>
                <a:ext cx="100" cy="216"/>
                <a:chOff x="0" y="0"/>
                <a:chExt cx="136" cy="302"/>
              </a:xfrm>
            </p:grpSpPr>
            <p:sp>
              <p:nvSpPr>
                <p:cNvPr id="37958" name="Line 79"/>
                <p:cNvSpPr>
                  <a:spLocks noChangeShapeType="1"/>
                </p:cNvSpPr>
                <p:nvPr/>
              </p:nvSpPr>
              <p:spPr bwMode="auto">
                <a:xfrm>
                  <a:off x="68" y="62"/>
                  <a:ext cx="0" cy="240"/>
                </a:xfrm>
                <a:prstGeom prst="line">
                  <a:avLst/>
                </a:prstGeom>
                <a:noFill/>
                <a:ln w="254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37959" name="AutoShape 80"/>
                <p:cNvSpPr>
                  <a:spLocks noChangeArrowheads="1"/>
                </p:cNvSpPr>
                <p:nvPr/>
              </p:nvSpPr>
              <p:spPr bwMode="auto">
                <a:xfrm rot="10800000">
                  <a:off x="0" y="0"/>
                  <a:ext cx="136" cy="184"/>
                </a:xfrm>
                <a:prstGeom prst="triangle">
                  <a:avLst>
                    <a:gd name="adj" fmla="val 49995"/>
                  </a:avLst>
                </a:prstGeom>
                <a:solidFill>
                  <a:srgbClr val="000000"/>
                </a:solidFill>
                <a:ln w="12700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120000"/>
                    </a:lnSpc>
                    <a:spcBef>
                      <a:spcPct val="20000"/>
                    </a:spcBef>
                    <a:buClr>
                      <a:srgbClr val="0000CC"/>
                    </a:buClr>
                    <a:buSzPct val="75000"/>
                    <a:buFont typeface="Wingdings" pitchFamily="2" charset="2"/>
                    <a:buChar char="l"/>
                    <a:defRPr sz="3200" b="1">
                      <a:solidFill>
                        <a:srgbClr val="0000CC"/>
                      </a:solidFill>
                      <a:latin typeface="Garamond" pitchFamily="18" charset="0"/>
                    </a:defRPr>
                  </a:lvl1pPr>
                  <a:lvl2pPr marL="742950" indent="-285750">
                    <a:lnSpc>
                      <a:spcPct val="80000"/>
                    </a:lnSpc>
                    <a:spcBef>
                      <a:spcPct val="20000"/>
                    </a:spcBef>
                    <a:buClr>
                      <a:srgbClr val="0000CC"/>
                    </a:buClr>
                    <a:buSzPct val="75000"/>
                    <a:buFont typeface="Wingdings" pitchFamily="2" charset="2"/>
                    <a:buChar char="l"/>
                    <a:defRPr sz="2800" b="1">
                      <a:solidFill>
                        <a:srgbClr val="0000CC"/>
                      </a:solidFill>
                      <a:latin typeface="Garamond" pitchFamily="18" charset="0"/>
                    </a:defRPr>
                  </a:lvl2pPr>
                  <a:lvl3pPr marL="1143000" indent="-228600">
                    <a:lnSpc>
                      <a:spcPct val="80000"/>
                    </a:lnSpc>
                    <a:spcBef>
                      <a:spcPct val="20000"/>
                    </a:spcBef>
                    <a:buClr>
                      <a:srgbClr val="0000CC"/>
                    </a:buClr>
                    <a:buSzPct val="75000"/>
                    <a:buFont typeface="Wingdings" pitchFamily="2" charset="2"/>
                    <a:buChar char="l"/>
                    <a:defRPr sz="2400" b="1">
                      <a:solidFill>
                        <a:srgbClr val="0000FF"/>
                      </a:solidFill>
                      <a:latin typeface="Garamond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CC"/>
                    </a:buClr>
                    <a:buSzPct val="75000"/>
                    <a:buFont typeface="Wingdings" pitchFamily="2" charset="2"/>
                    <a:buChar char="l"/>
                    <a:defRPr sz="2000" b="1">
                      <a:solidFill>
                        <a:srgbClr val="0000CC"/>
                      </a:solidFill>
                      <a:latin typeface="Garamond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CC"/>
                    </a:buClr>
                    <a:buSzPct val="75000"/>
                    <a:buFont typeface="Wingdings" pitchFamily="2" charset="2"/>
                    <a:buChar char="l"/>
                    <a:defRPr sz="2000" b="1">
                      <a:solidFill>
                        <a:schemeClr val="tx1"/>
                      </a:solidFill>
                      <a:latin typeface="Arial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CC"/>
                    </a:buClr>
                    <a:buSzPct val="75000"/>
                    <a:buFont typeface="Wingdings" pitchFamily="2" charset="2"/>
                    <a:buChar char="l"/>
                    <a:defRPr sz="2000" b="1">
                      <a:solidFill>
                        <a:schemeClr val="tx1"/>
                      </a:solidFill>
                      <a:latin typeface="Arial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CC"/>
                    </a:buClr>
                    <a:buSzPct val="75000"/>
                    <a:buFont typeface="Wingdings" pitchFamily="2" charset="2"/>
                    <a:buChar char="l"/>
                    <a:defRPr sz="2000" b="1">
                      <a:solidFill>
                        <a:schemeClr val="tx1"/>
                      </a:solidFill>
                      <a:latin typeface="Arial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CC"/>
                    </a:buClr>
                    <a:buSzPct val="75000"/>
                    <a:buFont typeface="Wingdings" pitchFamily="2" charset="2"/>
                    <a:buChar char="l"/>
                    <a:defRPr sz="2000" b="1">
                      <a:solidFill>
                        <a:schemeClr val="tx1"/>
                      </a:solidFill>
                      <a:latin typeface="Arial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CC"/>
                    </a:buClr>
                    <a:buSzPct val="75000"/>
                    <a:buFont typeface="Wingdings" pitchFamily="2" charset="2"/>
                    <a:buChar char="l"/>
                    <a:defRPr sz="2000" b="1">
                      <a:solidFill>
                        <a:schemeClr val="tx1"/>
                      </a:solidFill>
                      <a:latin typeface="Arial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 typeface="Arial" pitchFamily="34" charset="0"/>
                    <a:buNone/>
                  </a:pPr>
                  <a:endParaRPr lang="zh-CN" altLang="en-US" sz="2400" b="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endParaRPr>
                </a:p>
              </p:txBody>
            </p:sp>
          </p:grpSp>
          <p:grpSp>
            <p:nvGrpSpPr>
              <p:cNvPr id="37906" name="Group 81"/>
              <p:cNvGrpSpPr>
                <a:grpSpLocks/>
              </p:cNvGrpSpPr>
              <p:nvPr/>
            </p:nvGrpSpPr>
            <p:grpSpPr bwMode="auto">
              <a:xfrm>
                <a:off x="2668" y="398"/>
                <a:ext cx="100" cy="216"/>
                <a:chOff x="0" y="0"/>
                <a:chExt cx="136" cy="302"/>
              </a:xfrm>
            </p:grpSpPr>
            <p:sp>
              <p:nvSpPr>
                <p:cNvPr id="37956" name="Line 82"/>
                <p:cNvSpPr>
                  <a:spLocks noChangeShapeType="1"/>
                </p:cNvSpPr>
                <p:nvPr/>
              </p:nvSpPr>
              <p:spPr bwMode="auto">
                <a:xfrm>
                  <a:off x="68" y="62"/>
                  <a:ext cx="0" cy="240"/>
                </a:xfrm>
                <a:prstGeom prst="line">
                  <a:avLst/>
                </a:prstGeom>
                <a:noFill/>
                <a:ln w="254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37957" name="AutoShape 83"/>
                <p:cNvSpPr>
                  <a:spLocks noChangeArrowheads="1"/>
                </p:cNvSpPr>
                <p:nvPr/>
              </p:nvSpPr>
              <p:spPr bwMode="auto">
                <a:xfrm rot="10800000">
                  <a:off x="0" y="0"/>
                  <a:ext cx="136" cy="184"/>
                </a:xfrm>
                <a:prstGeom prst="triangle">
                  <a:avLst>
                    <a:gd name="adj" fmla="val 49995"/>
                  </a:avLst>
                </a:prstGeom>
                <a:solidFill>
                  <a:srgbClr val="000000"/>
                </a:solidFill>
                <a:ln w="12700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120000"/>
                    </a:lnSpc>
                    <a:spcBef>
                      <a:spcPct val="20000"/>
                    </a:spcBef>
                    <a:buClr>
                      <a:srgbClr val="0000CC"/>
                    </a:buClr>
                    <a:buSzPct val="75000"/>
                    <a:buFont typeface="Wingdings" pitchFamily="2" charset="2"/>
                    <a:buChar char="l"/>
                    <a:defRPr sz="3200" b="1">
                      <a:solidFill>
                        <a:srgbClr val="0000CC"/>
                      </a:solidFill>
                      <a:latin typeface="Garamond" pitchFamily="18" charset="0"/>
                    </a:defRPr>
                  </a:lvl1pPr>
                  <a:lvl2pPr marL="742950" indent="-285750">
                    <a:lnSpc>
                      <a:spcPct val="80000"/>
                    </a:lnSpc>
                    <a:spcBef>
                      <a:spcPct val="20000"/>
                    </a:spcBef>
                    <a:buClr>
                      <a:srgbClr val="0000CC"/>
                    </a:buClr>
                    <a:buSzPct val="75000"/>
                    <a:buFont typeface="Wingdings" pitchFamily="2" charset="2"/>
                    <a:buChar char="l"/>
                    <a:defRPr sz="2800" b="1">
                      <a:solidFill>
                        <a:srgbClr val="0000CC"/>
                      </a:solidFill>
                      <a:latin typeface="Garamond" pitchFamily="18" charset="0"/>
                    </a:defRPr>
                  </a:lvl2pPr>
                  <a:lvl3pPr marL="1143000" indent="-228600">
                    <a:lnSpc>
                      <a:spcPct val="80000"/>
                    </a:lnSpc>
                    <a:spcBef>
                      <a:spcPct val="20000"/>
                    </a:spcBef>
                    <a:buClr>
                      <a:srgbClr val="0000CC"/>
                    </a:buClr>
                    <a:buSzPct val="75000"/>
                    <a:buFont typeface="Wingdings" pitchFamily="2" charset="2"/>
                    <a:buChar char="l"/>
                    <a:defRPr sz="2400" b="1">
                      <a:solidFill>
                        <a:srgbClr val="0000FF"/>
                      </a:solidFill>
                      <a:latin typeface="Garamond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CC"/>
                    </a:buClr>
                    <a:buSzPct val="75000"/>
                    <a:buFont typeface="Wingdings" pitchFamily="2" charset="2"/>
                    <a:buChar char="l"/>
                    <a:defRPr sz="2000" b="1">
                      <a:solidFill>
                        <a:srgbClr val="0000CC"/>
                      </a:solidFill>
                      <a:latin typeface="Garamond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CC"/>
                    </a:buClr>
                    <a:buSzPct val="75000"/>
                    <a:buFont typeface="Wingdings" pitchFamily="2" charset="2"/>
                    <a:buChar char="l"/>
                    <a:defRPr sz="2000" b="1">
                      <a:solidFill>
                        <a:schemeClr val="tx1"/>
                      </a:solidFill>
                      <a:latin typeface="Arial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CC"/>
                    </a:buClr>
                    <a:buSzPct val="75000"/>
                    <a:buFont typeface="Wingdings" pitchFamily="2" charset="2"/>
                    <a:buChar char="l"/>
                    <a:defRPr sz="2000" b="1">
                      <a:solidFill>
                        <a:schemeClr val="tx1"/>
                      </a:solidFill>
                      <a:latin typeface="Arial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CC"/>
                    </a:buClr>
                    <a:buSzPct val="75000"/>
                    <a:buFont typeface="Wingdings" pitchFamily="2" charset="2"/>
                    <a:buChar char="l"/>
                    <a:defRPr sz="2000" b="1">
                      <a:solidFill>
                        <a:schemeClr val="tx1"/>
                      </a:solidFill>
                      <a:latin typeface="Arial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CC"/>
                    </a:buClr>
                    <a:buSzPct val="75000"/>
                    <a:buFont typeface="Wingdings" pitchFamily="2" charset="2"/>
                    <a:buChar char="l"/>
                    <a:defRPr sz="2000" b="1">
                      <a:solidFill>
                        <a:schemeClr val="tx1"/>
                      </a:solidFill>
                      <a:latin typeface="Arial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CC"/>
                    </a:buClr>
                    <a:buSzPct val="75000"/>
                    <a:buFont typeface="Wingdings" pitchFamily="2" charset="2"/>
                    <a:buChar char="l"/>
                    <a:defRPr sz="2000" b="1">
                      <a:solidFill>
                        <a:schemeClr val="tx1"/>
                      </a:solidFill>
                      <a:latin typeface="Arial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 typeface="Arial" pitchFamily="34" charset="0"/>
                    <a:buNone/>
                  </a:pPr>
                  <a:endParaRPr lang="zh-CN" altLang="en-US" sz="2400" b="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endParaRPr>
                </a:p>
              </p:txBody>
            </p:sp>
          </p:grpSp>
          <p:grpSp>
            <p:nvGrpSpPr>
              <p:cNvPr id="37907" name="Group 84"/>
              <p:cNvGrpSpPr>
                <a:grpSpLocks/>
              </p:cNvGrpSpPr>
              <p:nvPr/>
            </p:nvGrpSpPr>
            <p:grpSpPr bwMode="auto">
              <a:xfrm>
                <a:off x="2677" y="695"/>
                <a:ext cx="100" cy="216"/>
                <a:chOff x="0" y="0"/>
                <a:chExt cx="136" cy="302"/>
              </a:xfrm>
            </p:grpSpPr>
            <p:sp>
              <p:nvSpPr>
                <p:cNvPr id="37954" name="Line 85"/>
                <p:cNvSpPr>
                  <a:spLocks noChangeShapeType="1"/>
                </p:cNvSpPr>
                <p:nvPr/>
              </p:nvSpPr>
              <p:spPr bwMode="auto">
                <a:xfrm>
                  <a:off x="68" y="62"/>
                  <a:ext cx="0" cy="240"/>
                </a:xfrm>
                <a:prstGeom prst="line">
                  <a:avLst/>
                </a:prstGeom>
                <a:noFill/>
                <a:ln w="254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37955" name="AutoShape 86"/>
                <p:cNvSpPr>
                  <a:spLocks noChangeArrowheads="1"/>
                </p:cNvSpPr>
                <p:nvPr/>
              </p:nvSpPr>
              <p:spPr bwMode="auto">
                <a:xfrm rot="10800000">
                  <a:off x="0" y="0"/>
                  <a:ext cx="136" cy="184"/>
                </a:xfrm>
                <a:prstGeom prst="triangle">
                  <a:avLst>
                    <a:gd name="adj" fmla="val 49995"/>
                  </a:avLst>
                </a:prstGeom>
                <a:solidFill>
                  <a:srgbClr val="000000"/>
                </a:solidFill>
                <a:ln w="12700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120000"/>
                    </a:lnSpc>
                    <a:spcBef>
                      <a:spcPct val="20000"/>
                    </a:spcBef>
                    <a:buClr>
                      <a:srgbClr val="0000CC"/>
                    </a:buClr>
                    <a:buSzPct val="75000"/>
                    <a:buFont typeface="Wingdings" pitchFamily="2" charset="2"/>
                    <a:buChar char="l"/>
                    <a:defRPr sz="3200" b="1">
                      <a:solidFill>
                        <a:srgbClr val="0000CC"/>
                      </a:solidFill>
                      <a:latin typeface="Garamond" pitchFamily="18" charset="0"/>
                    </a:defRPr>
                  </a:lvl1pPr>
                  <a:lvl2pPr marL="742950" indent="-285750">
                    <a:lnSpc>
                      <a:spcPct val="80000"/>
                    </a:lnSpc>
                    <a:spcBef>
                      <a:spcPct val="20000"/>
                    </a:spcBef>
                    <a:buClr>
                      <a:srgbClr val="0000CC"/>
                    </a:buClr>
                    <a:buSzPct val="75000"/>
                    <a:buFont typeface="Wingdings" pitchFamily="2" charset="2"/>
                    <a:buChar char="l"/>
                    <a:defRPr sz="2800" b="1">
                      <a:solidFill>
                        <a:srgbClr val="0000CC"/>
                      </a:solidFill>
                      <a:latin typeface="Garamond" pitchFamily="18" charset="0"/>
                    </a:defRPr>
                  </a:lvl2pPr>
                  <a:lvl3pPr marL="1143000" indent="-228600">
                    <a:lnSpc>
                      <a:spcPct val="80000"/>
                    </a:lnSpc>
                    <a:spcBef>
                      <a:spcPct val="20000"/>
                    </a:spcBef>
                    <a:buClr>
                      <a:srgbClr val="0000CC"/>
                    </a:buClr>
                    <a:buSzPct val="75000"/>
                    <a:buFont typeface="Wingdings" pitchFamily="2" charset="2"/>
                    <a:buChar char="l"/>
                    <a:defRPr sz="2400" b="1">
                      <a:solidFill>
                        <a:srgbClr val="0000FF"/>
                      </a:solidFill>
                      <a:latin typeface="Garamond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CC"/>
                    </a:buClr>
                    <a:buSzPct val="75000"/>
                    <a:buFont typeface="Wingdings" pitchFamily="2" charset="2"/>
                    <a:buChar char="l"/>
                    <a:defRPr sz="2000" b="1">
                      <a:solidFill>
                        <a:srgbClr val="0000CC"/>
                      </a:solidFill>
                      <a:latin typeface="Garamond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CC"/>
                    </a:buClr>
                    <a:buSzPct val="75000"/>
                    <a:buFont typeface="Wingdings" pitchFamily="2" charset="2"/>
                    <a:buChar char="l"/>
                    <a:defRPr sz="2000" b="1">
                      <a:solidFill>
                        <a:schemeClr val="tx1"/>
                      </a:solidFill>
                      <a:latin typeface="Arial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CC"/>
                    </a:buClr>
                    <a:buSzPct val="75000"/>
                    <a:buFont typeface="Wingdings" pitchFamily="2" charset="2"/>
                    <a:buChar char="l"/>
                    <a:defRPr sz="2000" b="1">
                      <a:solidFill>
                        <a:schemeClr val="tx1"/>
                      </a:solidFill>
                      <a:latin typeface="Arial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CC"/>
                    </a:buClr>
                    <a:buSzPct val="75000"/>
                    <a:buFont typeface="Wingdings" pitchFamily="2" charset="2"/>
                    <a:buChar char="l"/>
                    <a:defRPr sz="2000" b="1">
                      <a:solidFill>
                        <a:schemeClr val="tx1"/>
                      </a:solidFill>
                      <a:latin typeface="Arial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CC"/>
                    </a:buClr>
                    <a:buSzPct val="75000"/>
                    <a:buFont typeface="Wingdings" pitchFamily="2" charset="2"/>
                    <a:buChar char="l"/>
                    <a:defRPr sz="2000" b="1">
                      <a:solidFill>
                        <a:schemeClr val="tx1"/>
                      </a:solidFill>
                      <a:latin typeface="Arial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CC"/>
                    </a:buClr>
                    <a:buSzPct val="75000"/>
                    <a:buFont typeface="Wingdings" pitchFamily="2" charset="2"/>
                    <a:buChar char="l"/>
                    <a:defRPr sz="2000" b="1">
                      <a:solidFill>
                        <a:schemeClr val="tx1"/>
                      </a:solidFill>
                      <a:latin typeface="Arial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 typeface="Arial" pitchFamily="34" charset="0"/>
                    <a:buNone/>
                  </a:pPr>
                  <a:endParaRPr lang="zh-CN" altLang="en-US" sz="2400" b="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endParaRPr>
                </a:p>
              </p:txBody>
            </p:sp>
          </p:grpSp>
          <p:sp>
            <p:nvSpPr>
              <p:cNvPr id="37908" name="Line 87"/>
              <p:cNvSpPr>
                <a:spLocks noChangeShapeType="1"/>
              </p:cNvSpPr>
              <p:nvPr/>
            </p:nvSpPr>
            <p:spPr bwMode="auto">
              <a:xfrm>
                <a:off x="729" y="615"/>
                <a:ext cx="206" cy="1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7909" name="Rectangle 88"/>
              <p:cNvSpPr>
                <a:spLocks noChangeArrowheads="1"/>
              </p:cNvSpPr>
              <p:nvPr/>
            </p:nvSpPr>
            <p:spPr bwMode="auto">
              <a:xfrm>
                <a:off x="934" y="425"/>
                <a:ext cx="600" cy="352"/>
              </a:xfrm>
              <a:prstGeom prst="rect">
                <a:avLst/>
              </a:prstGeom>
              <a:noFill/>
              <a:ln w="19050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lnSpc>
                    <a:spcPct val="120000"/>
                  </a:lnSpc>
                  <a:spcBef>
                    <a:spcPct val="20000"/>
                  </a:spcBef>
                  <a:buClr>
                    <a:srgbClr val="0000CC"/>
                  </a:buClr>
                  <a:buSzPct val="75000"/>
                  <a:buFont typeface="Wingdings" pitchFamily="2" charset="2"/>
                  <a:buChar char="l"/>
                  <a:defRPr sz="3200" b="1">
                    <a:solidFill>
                      <a:srgbClr val="0000CC"/>
                    </a:solidFill>
                    <a:latin typeface="Garamond" pitchFamily="18" charset="0"/>
                  </a:defRPr>
                </a:lvl1pPr>
                <a:lvl2pPr marL="742950" indent="-285750">
                  <a:lnSpc>
                    <a:spcPct val="80000"/>
                  </a:lnSpc>
                  <a:spcBef>
                    <a:spcPct val="20000"/>
                  </a:spcBef>
                  <a:buClr>
                    <a:srgbClr val="0000CC"/>
                  </a:buClr>
                  <a:buSzPct val="75000"/>
                  <a:buFont typeface="Wingdings" pitchFamily="2" charset="2"/>
                  <a:buChar char="l"/>
                  <a:defRPr sz="2800" b="1">
                    <a:solidFill>
                      <a:srgbClr val="0000CC"/>
                    </a:solidFill>
                    <a:latin typeface="Garamond" pitchFamily="18" charset="0"/>
                  </a:defRPr>
                </a:lvl2pPr>
                <a:lvl3pPr marL="1143000" indent="-228600">
                  <a:lnSpc>
                    <a:spcPct val="80000"/>
                  </a:lnSpc>
                  <a:spcBef>
                    <a:spcPct val="20000"/>
                  </a:spcBef>
                  <a:buClr>
                    <a:srgbClr val="0000CC"/>
                  </a:buClr>
                  <a:buSzPct val="75000"/>
                  <a:buFont typeface="Wingdings" pitchFamily="2" charset="2"/>
                  <a:buChar char="l"/>
                  <a:defRPr sz="2400" b="1">
                    <a:solidFill>
                      <a:srgbClr val="0000FF"/>
                    </a:solidFill>
                    <a:latin typeface="Garamond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CC"/>
                  </a:buClr>
                  <a:buSzPct val="75000"/>
                  <a:buFont typeface="Wingdings" pitchFamily="2" charset="2"/>
                  <a:buChar char="l"/>
                  <a:defRPr sz="2000" b="1">
                    <a:solidFill>
                      <a:srgbClr val="0000CC"/>
                    </a:solidFill>
                    <a:latin typeface="Garamond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CC"/>
                  </a:buClr>
                  <a:buSzPct val="75000"/>
                  <a:buFont typeface="Wingdings" pitchFamily="2" charset="2"/>
                  <a:buChar char="l"/>
                  <a:defRPr sz="2000" b="1">
                    <a:solidFill>
                      <a:schemeClr val="tx1"/>
                    </a:solidFill>
                    <a:latin typeface="Arial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CC"/>
                  </a:buClr>
                  <a:buSzPct val="75000"/>
                  <a:buFont typeface="Wingdings" pitchFamily="2" charset="2"/>
                  <a:buChar char="l"/>
                  <a:defRPr sz="2000" b="1">
                    <a:solidFill>
                      <a:schemeClr val="tx1"/>
                    </a:solidFill>
                    <a:latin typeface="Arial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CC"/>
                  </a:buClr>
                  <a:buSzPct val="75000"/>
                  <a:buFont typeface="Wingdings" pitchFamily="2" charset="2"/>
                  <a:buChar char="l"/>
                  <a:defRPr sz="2000" b="1">
                    <a:solidFill>
                      <a:schemeClr val="tx1"/>
                    </a:solidFill>
                    <a:latin typeface="Arial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CC"/>
                  </a:buClr>
                  <a:buSzPct val="75000"/>
                  <a:buFont typeface="Wingdings" pitchFamily="2" charset="2"/>
                  <a:buChar char="l"/>
                  <a:defRPr sz="2000" b="1">
                    <a:solidFill>
                      <a:schemeClr val="tx1"/>
                    </a:solidFill>
                    <a:latin typeface="Arial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CC"/>
                  </a:buClr>
                  <a:buSzPct val="75000"/>
                  <a:buFont typeface="Wingdings" pitchFamily="2" charset="2"/>
                  <a:buChar char="l"/>
                  <a:defRPr sz="2000" b="1">
                    <a:solidFill>
                      <a:schemeClr val="tx1"/>
                    </a:solidFill>
                    <a:latin typeface="Arial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 typeface="Arial" pitchFamily="34" charset="0"/>
                  <a:buNone/>
                </a:pPr>
                <a:endParaRPr lang="zh-CN" altLang="en-US" sz="2400" b="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endParaRPr>
              </a:p>
            </p:txBody>
          </p:sp>
          <p:sp>
            <p:nvSpPr>
              <p:cNvPr id="37910" name="Text Box 89"/>
              <p:cNvSpPr txBox="1">
                <a:spLocks noChangeArrowheads="1"/>
              </p:cNvSpPr>
              <p:nvPr/>
            </p:nvSpPr>
            <p:spPr bwMode="auto">
              <a:xfrm>
                <a:off x="941" y="444"/>
                <a:ext cx="614" cy="28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lnSpc>
                    <a:spcPct val="120000"/>
                  </a:lnSpc>
                  <a:spcBef>
                    <a:spcPct val="20000"/>
                  </a:spcBef>
                  <a:buClr>
                    <a:srgbClr val="0000CC"/>
                  </a:buClr>
                  <a:buSzPct val="75000"/>
                  <a:buFont typeface="Wingdings" pitchFamily="2" charset="2"/>
                  <a:buChar char="l"/>
                  <a:defRPr sz="3200" b="1">
                    <a:solidFill>
                      <a:srgbClr val="0000CC"/>
                    </a:solidFill>
                    <a:latin typeface="Garamond" pitchFamily="18" charset="0"/>
                  </a:defRPr>
                </a:lvl1pPr>
                <a:lvl2pPr marL="742950" indent="-285750">
                  <a:lnSpc>
                    <a:spcPct val="80000"/>
                  </a:lnSpc>
                  <a:spcBef>
                    <a:spcPct val="20000"/>
                  </a:spcBef>
                  <a:buClr>
                    <a:srgbClr val="0000CC"/>
                  </a:buClr>
                  <a:buSzPct val="75000"/>
                  <a:buFont typeface="Wingdings" pitchFamily="2" charset="2"/>
                  <a:buChar char="l"/>
                  <a:defRPr sz="2800" b="1">
                    <a:solidFill>
                      <a:srgbClr val="0000CC"/>
                    </a:solidFill>
                    <a:latin typeface="Garamond" pitchFamily="18" charset="0"/>
                  </a:defRPr>
                </a:lvl2pPr>
                <a:lvl3pPr marL="1143000" indent="-228600">
                  <a:lnSpc>
                    <a:spcPct val="80000"/>
                  </a:lnSpc>
                  <a:spcBef>
                    <a:spcPct val="20000"/>
                  </a:spcBef>
                  <a:buClr>
                    <a:srgbClr val="0000CC"/>
                  </a:buClr>
                  <a:buSzPct val="75000"/>
                  <a:buFont typeface="Wingdings" pitchFamily="2" charset="2"/>
                  <a:buChar char="l"/>
                  <a:defRPr sz="2400" b="1">
                    <a:solidFill>
                      <a:srgbClr val="0000FF"/>
                    </a:solidFill>
                    <a:latin typeface="Garamond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CC"/>
                  </a:buClr>
                  <a:buSzPct val="75000"/>
                  <a:buFont typeface="Wingdings" pitchFamily="2" charset="2"/>
                  <a:buChar char="l"/>
                  <a:defRPr sz="2000" b="1">
                    <a:solidFill>
                      <a:srgbClr val="0000CC"/>
                    </a:solidFill>
                    <a:latin typeface="Garamond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CC"/>
                  </a:buClr>
                  <a:buSzPct val="75000"/>
                  <a:buFont typeface="Wingdings" pitchFamily="2" charset="2"/>
                  <a:buChar char="l"/>
                  <a:defRPr sz="2000" b="1">
                    <a:solidFill>
                      <a:schemeClr val="tx1"/>
                    </a:solidFill>
                    <a:latin typeface="Arial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CC"/>
                  </a:buClr>
                  <a:buSzPct val="75000"/>
                  <a:buFont typeface="Wingdings" pitchFamily="2" charset="2"/>
                  <a:buChar char="l"/>
                  <a:defRPr sz="2000" b="1">
                    <a:solidFill>
                      <a:schemeClr val="tx1"/>
                    </a:solidFill>
                    <a:latin typeface="Arial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CC"/>
                  </a:buClr>
                  <a:buSzPct val="75000"/>
                  <a:buFont typeface="Wingdings" pitchFamily="2" charset="2"/>
                  <a:buChar char="l"/>
                  <a:defRPr sz="2000" b="1">
                    <a:solidFill>
                      <a:schemeClr val="tx1"/>
                    </a:solidFill>
                    <a:latin typeface="Arial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CC"/>
                  </a:buClr>
                  <a:buSzPct val="75000"/>
                  <a:buFont typeface="Wingdings" pitchFamily="2" charset="2"/>
                  <a:buChar char="l"/>
                  <a:defRPr sz="2000" b="1">
                    <a:solidFill>
                      <a:schemeClr val="tx1"/>
                    </a:solidFill>
                    <a:latin typeface="Arial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CC"/>
                  </a:buClr>
                  <a:buSzPct val="75000"/>
                  <a:buFont typeface="Wingdings" pitchFamily="2" charset="2"/>
                  <a:buChar char="l"/>
                  <a:defRPr sz="2000" b="1">
                    <a:solidFill>
                      <a:schemeClr val="tx1"/>
                    </a:solidFill>
                    <a:latin typeface="Arial" pitchFamily="34" charset="0"/>
                  </a:defRPr>
                </a:lvl9pPr>
              </a:lstStyle>
              <a:p>
                <a:pPr algn="ctr" eaLnBrk="1" hangingPunct="1">
                  <a:lnSpc>
                    <a:spcPct val="100000"/>
                  </a:lnSpc>
                  <a:spcBef>
                    <a:spcPct val="50000"/>
                  </a:spcBef>
                  <a:buClrTx/>
                  <a:buSzTx/>
                  <a:buFont typeface="Arial" pitchFamily="34" charset="0"/>
                  <a:buNone/>
                </a:pPr>
                <a:r>
                  <a:rPr lang="en-US" altLang="zh-CN" sz="1400">
                    <a:solidFill>
                      <a:srgbClr val="000000"/>
                    </a:solidFill>
                    <a:latin typeface="Times New Roman" pitchFamily="18" charset="0"/>
                    <a:ea typeface="宋体" pitchFamily="2" charset="-122"/>
                  </a:rPr>
                  <a:t>Low-Rate</a:t>
                </a:r>
              </a:p>
              <a:p>
                <a:pPr algn="ctr" eaLnBrk="1" hangingPunct="1">
                  <a:lnSpc>
                    <a:spcPct val="20000"/>
                  </a:lnSpc>
                  <a:spcBef>
                    <a:spcPct val="50000"/>
                  </a:spcBef>
                  <a:buClrTx/>
                  <a:buSzTx/>
                  <a:buFont typeface="Arial" pitchFamily="34" charset="0"/>
                  <a:buNone/>
                </a:pPr>
                <a:r>
                  <a:rPr lang="en-US" altLang="zh-CN" sz="1400">
                    <a:solidFill>
                      <a:srgbClr val="000000"/>
                    </a:solidFill>
                    <a:latin typeface="Times New Roman" pitchFamily="18" charset="0"/>
                    <a:ea typeface="宋体" pitchFamily="2" charset="-122"/>
                  </a:rPr>
                  <a:t>Quantizer</a:t>
                </a:r>
              </a:p>
            </p:txBody>
          </p:sp>
          <p:sp>
            <p:nvSpPr>
              <p:cNvPr id="37911" name="Line 90"/>
              <p:cNvSpPr>
                <a:spLocks noChangeShapeType="1"/>
              </p:cNvSpPr>
              <p:nvPr/>
            </p:nvSpPr>
            <p:spPr bwMode="auto">
              <a:xfrm>
                <a:off x="1553" y="615"/>
                <a:ext cx="206" cy="1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7912" name="Rectangle 91"/>
              <p:cNvSpPr>
                <a:spLocks noChangeArrowheads="1"/>
              </p:cNvSpPr>
              <p:nvPr/>
            </p:nvSpPr>
            <p:spPr bwMode="auto">
              <a:xfrm>
                <a:off x="1766" y="393"/>
                <a:ext cx="624" cy="432"/>
              </a:xfrm>
              <a:prstGeom prst="rect">
                <a:avLst/>
              </a:prstGeom>
              <a:noFill/>
              <a:ln w="19050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lnSpc>
                    <a:spcPct val="120000"/>
                  </a:lnSpc>
                  <a:spcBef>
                    <a:spcPct val="20000"/>
                  </a:spcBef>
                  <a:buClr>
                    <a:srgbClr val="0000CC"/>
                  </a:buClr>
                  <a:buSzPct val="75000"/>
                  <a:buFont typeface="Wingdings" pitchFamily="2" charset="2"/>
                  <a:buChar char="l"/>
                  <a:defRPr sz="3200" b="1">
                    <a:solidFill>
                      <a:srgbClr val="0000CC"/>
                    </a:solidFill>
                    <a:latin typeface="Garamond" pitchFamily="18" charset="0"/>
                  </a:defRPr>
                </a:lvl1pPr>
                <a:lvl2pPr marL="742950" indent="-285750">
                  <a:lnSpc>
                    <a:spcPct val="80000"/>
                  </a:lnSpc>
                  <a:spcBef>
                    <a:spcPct val="20000"/>
                  </a:spcBef>
                  <a:buClr>
                    <a:srgbClr val="0000CC"/>
                  </a:buClr>
                  <a:buSzPct val="75000"/>
                  <a:buFont typeface="Wingdings" pitchFamily="2" charset="2"/>
                  <a:buChar char="l"/>
                  <a:defRPr sz="2800" b="1">
                    <a:solidFill>
                      <a:srgbClr val="0000CC"/>
                    </a:solidFill>
                    <a:latin typeface="Garamond" pitchFamily="18" charset="0"/>
                  </a:defRPr>
                </a:lvl2pPr>
                <a:lvl3pPr marL="1143000" indent="-228600">
                  <a:lnSpc>
                    <a:spcPct val="80000"/>
                  </a:lnSpc>
                  <a:spcBef>
                    <a:spcPct val="20000"/>
                  </a:spcBef>
                  <a:buClr>
                    <a:srgbClr val="0000CC"/>
                  </a:buClr>
                  <a:buSzPct val="75000"/>
                  <a:buFont typeface="Wingdings" pitchFamily="2" charset="2"/>
                  <a:buChar char="l"/>
                  <a:defRPr sz="2400" b="1">
                    <a:solidFill>
                      <a:srgbClr val="0000FF"/>
                    </a:solidFill>
                    <a:latin typeface="Garamond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CC"/>
                  </a:buClr>
                  <a:buSzPct val="75000"/>
                  <a:buFont typeface="Wingdings" pitchFamily="2" charset="2"/>
                  <a:buChar char="l"/>
                  <a:defRPr sz="2000" b="1">
                    <a:solidFill>
                      <a:srgbClr val="0000CC"/>
                    </a:solidFill>
                    <a:latin typeface="Garamond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CC"/>
                  </a:buClr>
                  <a:buSzPct val="75000"/>
                  <a:buFont typeface="Wingdings" pitchFamily="2" charset="2"/>
                  <a:buChar char="l"/>
                  <a:defRPr sz="2000" b="1">
                    <a:solidFill>
                      <a:schemeClr val="tx1"/>
                    </a:solidFill>
                    <a:latin typeface="Arial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CC"/>
                  </a:buClr>
                  <a:buSzPct val="75000"/>
                  <a:buFont typeface="Wingdings" pitchFamily="2" charset="2"/>
                  <a:buChar char="l"/>
                  <a:defRPr sz="2000" b="1">
                    <a:solidFill>
                      <a:schemeClr val="tx1"/>
                    </a:solidFill>
                    <a:latin typeface="Arial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CC"/>
                  </a:buClr>
                  <a:buSzPct val="75000"/>
                  <a:buFont typeface="Wingdings" pitchFamily="2" charset="2"/>
                  <a:buChar char="l"/>
                  <a:defRPr sz="2000" b="1">
                    <a:solidFill>
                      <a:schemeClr val="tx1"/>
                    </a:solidFill>
                    <a:latin typeface="Arial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CC"/>
                  </a:buClr>
                  <a:buSzPct val="75000"/>
                  <a:buFont typeface="Wingdings" pitchFamily="2" charset="2"/>
                  <a:buChar char="l"/>
                  <a:defRPr sz="2000" b="1">
                    <a:solidFill>
                      <a:schemeClr val="tx1"/>
                    </a:solidFill>
                    <a:latin typeface="Arial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CC"/>
                  </a:buClr>
                  <a:buSzPct val="75000"/>
                  <a:buFont typeface="Wingdings" pitchFamily="2" charset="2"/>
                  <a:buChar char="l"/>
                  <a:defRPr sz="2000" b="1">
                    <a:solidFill>
                      <a:schemeClr val="tx1"/>
                    </a:solidFill>
                    <a:latin typeface="Arial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 typeface="Arial" pitchFamily="34" charset="0"/>
                  <a:buNone/>
                </a:pPr>
                <a:endParaRPr lang="zh-CN" altLang="en-US" sz="2400" b="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endParaRPr>
              </a:p>
            </p:txBody>
          </p:sp>
          <p:sp>
            <p:nvSpPr>
              <p:cNvPr id="37913" name="Text Box 92"/>
              <p:cNvSpPr txBox="1">
                <a:spLocks noChangeArrowheads="1"/>
              </p:cNvSpPr>
              <p:nvPr/>
            </p:nvSpPr>
            <p:spPr bwMode="auto">
              <a:xfrm>
                <a:off x="1589" y="404"/>
                <a:ext cx="1022" cy="39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lnSpc>
                    <a:spcPct val="120000"/>
                  </a:lnSpc>
                  <a:spcBef>
                    <a:spcPct val="20000"/>
                  </a:spcBef>
                  <a:buClr>
                    <a:srgbClr val="0000CC"/>
                  </a:buClr>
                  <a:buSzPct val="75000"/>
                  <a:buFont typeface="Wingdings" pitchFamily="2" charset="2"/>
                  <a:buChar char="l"/>
                  <a:defRPr sz="3200" b="1">
                    <a:solidFill>
                      <a:srgbClr val="0000CC"/>
                    </a:solidFill>
                    <a:latin typeface="Garamond" pitchFamily="18" charset="0"/>
                  </a:defRPr>
                </a:lvl1pPr>
                <a:lvl2pPr marL="742950" indent="-285750">
                  <a:lnSpc>
                    <a:spcPct val="80000"/>
                  </a:lnSpc>
                  <a:spcBef>
                    <a:spcPct val="20000"/>
                  </a:spcBef>
                  <a:buClr>
                    <a:srgbClr val="0000CC"/>
                  </a:buClr>
                  <a:buSzPct val="75000"/>
                  <a:buFont typeface="Wingdings" pitchFamily="2" charset="2"/>
                  <a:buChar char="l"/>
                  <a:defRPr sz="2800" b="1">
                    <a:solidFill>
                      <a:srgbClr val="0000CC"/>
                    </a:solidFill>
                    <a:latin typeface="Garamond" pitchFamily="18" charset="0"/>
                  </a:defRPr>
                </a:lvl2pPr>
                <a:lvl3pPr marL="1143000" indent="-228600">
                  <a:lnSpc>
                    <a:spcPct val="80000"/>
                  </a:lnSpc>
                  <a:spcBef>
                    <a:spcPct val="20000"/>
                  </a:spcBef>
                  <a:buClr>
                    <a:srgbClr val="0000CC"/>
                  </a:buClr>
                  <a:buSzPct val="75000"/>
                  <a:buFont typeface="Wingdings" pitchFamily="2" charset="2"/>
                  <a:buChar char="l"/>
                  <a:defRPr sz="2400" b="1">
                    <a:solidFill>
                      <a:srgbClr val="0000FF"/>
                    </a:solidFill>
                    <a:latin typeface="Garamond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CC"/>
                  </a:buClr>
                  <a:buSzPct val="75000"/>
                  <a:buFont typeface="Wingdings" pitchFamily="2" charset="2"/>
                  <a:buChar char="l"/>
                  <a:defRPr sz="2000" b="1">
                    <a:solidFill>
                      <a:srgbClr val="0000CC"/>
                    </a:solidFill>
                    <a:latin typeface="Garamond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CC"/>
                  </a:buClr>
                  <a:buSzPct val="75000"/>
                  <a:buFont typeface="Wingdings" pitchFamily="2" charset="2"/>
                  <a:buChar char="l"/>
                  <a:defRPr sz="2000" b="1">
                    <a:solidFill>
                      <a:schemeClr val="tx1"/>
                    </a:solidFill>
                    <a:latin typeface="Arial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CC"/>
                  </a:buClr>
                  <a:buSzPct val="75000"/>
                  <a:buFont typeface="Wingdings" pitchFamily="2" charset="2"/>
                  <a:buChar char="l"/>
                  <a:defRPr sz="2000" b="1">
                    <a:solidFill>
                      <a:schemeClr val="tx1"/>
                    </a:solidFill>
                    <a:latin typeface="Arial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CC"/>
                  </a:buClr>
                  <a:buSzPct val="75000"/>
                  <a:buFont typeface="Wingdings" pitchFamily="2" charset="2"/>
                  <a:buChar char="l"/>
                  <a:defRPr sz="2000" b="1">
                    <a:solidFill>
                      <a:schemeClr val="tx1"/>
                    </a:solidFill>
                    <a:latin typeface="Arial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CC"/>
                  </a:buClr>
                  <a:buSzPct val="75000"/>
                  <a:buFont typeface="Wingdings" pitchFamily="2" charset="2"/>
                  <a:buChar char="l"/>
                  <a:defRPr sz="2000" b="1">
                    <a:solidFill>
                      <a:schemeClr val="tx1"/>
                    </a:solidFill>
                    <a:latin typeface="Arial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CC"/>
                  </a:buClr>
                  <a:buSzPct val="75000"/>
                  <a:buFont typeface="Wingdings" pitchFamily="2" charset="2"/>
                  <a:buChar char="l"/>
                  <a:defRPr sz="2000" b="1">
                    <a:solidFill>
                      <a:schemeClr val="tx1"/>
                    </a:solidFill>
                    <a:latin typeface="Arial" pitchFamily="34" charset="0"/>
                  </a:defRPr>
                </a:lvl9pPr>
              </a:lstStyle>
              <a:p>
                <a:pPr algn="ctr" eaLnBrk="1" hangingPunct="1">
                  <a:lnSpc>
                    <a:spcPct val="100000"/>
                  </a:lnSpc>
                  <a:spcBef>
                    <a:spcPct val="50000"/>
                  </a:spcBef>
                  <a:buClrTx/>
                  <a:buSzTx/>
                  <a:buFont typeface="Arial" pitchFamily="34" charset="0"/>
                  <a:buNone/>
                </a:pPr>
                <a:r>
                  <a:rPr lang="en-US" altLang="zh-CN" sz="1400">
                    <a:solidFill>
                      <a:srgbClr val="000000"/>
                    </a:solidFill>
                    <a:latin typeface="Times New Roman" pitchFamily="18" charset="0"/>
                    <a:ea typeface="宋体" pitchFamily="2" charset="-122"/>
                  </a:rPr>
                  <a:t>ST Code</a:t>
                </a:r>
              </a:p>
              <a:p>
                <a:pPr algn="ctr" eaLnBrk="1" hangingPunct="1">
                  <a:lnSpc>
                    <a:spcPct val="20000"/>
                  </a:lnSpc>
                  <a:spcBef>
                    <a:spcPct val="50000"/>
                  </a:spcBef>
                  <a:buClrTx/>
                  <a:buSzTx/>
                  <a:buFont typeface="Arial" pitchFamily="34" charset="0"/>
                  <a:buNone/>
                </a:pPr>
                <a:r>
                  <a:rPr lang="en-US" altLang="zh-CN" sz="1400" i="1">
                    <a:solidFill>
                      <a:srgbClr val="000000"/>
                    </a:solidFill>
                    <a:latin typeface="Times New Roman" pitchFamily="18" charset="0"/>
                    <a:ea typeface="宋体" pitchFamily="2" charset="-122"/>
                  </a:rPr>
                  <a:t>High </a:t>
                </a:r>
              </a:p>
              <a:p>
                <a:pPr algn="ctr" eaLnBrk="1" hangingPunct="1">
                  <a:lnSpc>
                    <a:spcPct val="30000"/>
                  </a:lnSpc>
                  <a:spcBef>
                    <a:spcPct val="50000"/>
                  </a:spcBef>
                  <a:buClrTx/>
                  <a:buSzTx/>
                  <a:buFont typeface="Arial" pitchFamily="34" charset="0"/>
                  <a:buNone/>
                </a:pPr>
                <a:r>
                  <a:rPr lang="en-US" altLang="zh-CN" sz="1400" i="1">
                    <a:solidFill>
                      <a:srgbClr val="000000"/>
                    </a:solidFill>
                    <a:latin typeface="Times New Roman" pitchFamily="18" charset="0"/>
                    <a:ea typeface="宋体" pitchFamily="2" charset="-122"/>
                  </a:rPr>
                  <a:t>Diversity</a:t>
                </a:r>
              </a:p>
            </p:txBody>
          </p:sp>
          <p:sp>
            <p:nvSpPr>
              <p:cNvPr id="37914" name="Line 93"/>
              <p:cNvSpPr>
                <a:spLocks noChangeShapeType="1"/>
              </p:cNvSpPr>
              <p:nvPr/>
            </p:nvSpPr>
            <p:spPr bwMode="auto">
              <a:xfrm>
                <a:off x="2374" y="609"/>
                <a:ext cx="336" cy="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pSp>
            <p:nvGrpSpPr>
              <p:cNvPr id="37915" name="Group 94"/>
              <p:cNvGrpSpPr>
                <a:grpSpLocks/>
              </p:cNvGrpSpPr>
              <p:nvPr/>
            </p:nvGrpSpPr>
            <p:grpSpPr bwMode="auto">
              <a:xfrm>
                <a:off x="2374" y="305"/>
                <a:ext cx="336" cy="136"/>
                <a:chOff x="0" y="0"/>
                <a:chExt cx="336" cy="136"/>
              </a:xfrm>
            </p:grpSpPr>
            <p:sp>
              <p:nvSpPr>
                <p:cNvPr id="37951" name="Line 95"/>
                <p:cNvSpPr>
                  <a:spLocks noChangeShapeType="1"/>
                </p:cNvSpPr>
                <p:nvPr/>
              </p:nvSpPr>
              <p:spPr bwMode="auto">
                <a:xfrm>
                  <a:off x="0" y="136"/>
                  <a:ext cx="176" cy="0"/>
                </a:xfrm>
                <a:prstGeom prst="line">
                  <a:avLst/>
                </a:prstGeom>
                <a:noFill/>
                <a:ln w="1905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37952" name="Line 96"/>
                <p:cNvSpPr>
                  <a:spLocks noChangeShapeType="1"/>
                </p:cNvSpPr>
                <p:nvPr/>
              </p:nvSpPr>
              <p:spPr bwMode="auto">
                <a:xfrm flipV="1">
                  <a:off x="168" y="8"/>
                  <a:ext cx="0" cy="128"/>
                </a:xfrm>
                <a:prstGeom prst="line">
                  <a:avLst/>
                </a:prstGeom>
                <a:noFill/>
                <a:ln w="1905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37953" name="Line 97"/>
                <p:cNvSpPr>
                  <a:spLocks noChangeShapeType="1"/>
                </p:cNvSpPr>
                <p:nvPr/>
              </p:nvSpPr>
              <p:spPr bwMode="auto">
                <a:xfrm>
                  <a:off x="168" y="0"/>
                  <a:ext cx="168" cy="0"/>
                </a:xfrm>
                <a:prstGeom prst="line">
                  <a:avLst/>
                </a:prstGeom>
                <a:noFill/>
                <a:ln w="1905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37916" name="Group 98"/>
              <p:cNvGrpSpPr>
                <a:grpSpLocks/>
              </p:cNvGrpSpPr>
              <p:nvPr/>
            </p:nvGrpSpPr>
            <p:grpSpPr bwMode="auto">
              <a:xfrm flipV="1">
                <a:off x="2390" y="769"/>
                <a:ext cx="336" cy="136"/>
                <a:chOff x="0" y="0"/>
                <a:chExt cx="336" cy="136"/>
              </a:xfrm>
            </p:grpSpPr>
            <p:sp>
              <p:nvSpPr>
                <p:cNvPr id="37948" name="Line 99"/>
                <p:cNvSpPr>
                  <a:spLocks noChangeShapeType="1"/>
                </p:cNvSpPr>
                <p:nvPr/>
              </p:nvSpPr>
              <p:spPr bwMode="auto">
                <a:xfrm>
                  <a:off x="0" y="136"/>
                  <a:ext cx="176" cy="0"/>
                </a:xfrm>
                <a:prstGeom prst="line">
                  <a:avLst/>
                </a:prstGeom>
                <a:noFill/>
                <a:ln w="1905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37949" name="Line 100"/>
                <p:cNvSpPr>
                  <a:spLocks noChangeShapeType="1"/>
                </p:cNvSpPr>
                <p:nvPr/>
              </p:nvSpPr>
              <p:spPr bwMode="auto">
                <a:xfrm flipV="1">
                  <a:off x="168" y="8"/>
                  <a:ext cx="0" cy="128"/>
                </a:xfrm>
                <a:prstGeom prst="line">
                  <a:avLst/>
                </a:prstGeom>
                <a:noFill/>
                <a:ln w="1905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37950" name="Line 101"/>
                <p:cNvSpPr>
                  <a:spLocks noChangeShapeType="1"/>
                </p:cNvSpPr>
                <p:nvPr/>
              </p:nvSpPr>
              <p:spPr bwMode="auto">
                <a:xfrm>
                  <a:off x="168" y="0"/>
                  <a:ext cx="168" cy="0"/>
                </a:xfrm>
                <a:prstGeom prst="line">
                  <a:avLst/>
                </a:prstGeom>
                <a:noFill/>
                <a:ln w="1905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37917" name="Group 102"/>
              <p:cNvGrpSpPr>
                <a:grpSpLocks/>
              </p:cNvGrpSpPr>
              <p:nvPr/>
            </p:nvGrpSpPr>
            <p:grpSpPr bwMode="auto">
              <a:xfrm flipH="1">
                <a:off x="3353" y="118"/>
                <a:ext cx="100" cy="216"/>
                <a:chOff x="0" y="0"/>
                <a:chExt cx="136" cy="302"/>
              </a:xfrm>
            </p:grpSpPr>
            <p:sp>
              <p:nvSpPr>
                <p:cNvPr id="37946" name="Line 103"/>
                <p:cNvSpPr>
                  <a:spLocks noChangeShapeType="1"/>
                </p:cNvSpPr>
                <p:nvPr/>
              </p:nvSpPr>
              <p:spPr bwMode="auto">
                <a:xfrm>
                  <a:off x="68" y="62"/>
                  <a:ext cx="0" cy="240"/>
                </a:xfrm>
                <a:prstGeom prst="line">
                  <a:avLst/>
                </a:prstGeom>
                <a:noFill/>
                <a:ln w="254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37947" name="AutoShape 104"/>
                <p:cNvSpPr>
                  <a:spLocks noChangeArrowheads="1"/>
                </p:cNvSpPr>
                <p:nvPr/>
              </p:nvSpPr>
              <p:spPr bwMode="auto">
                <a:xfrm rot="10800000">
                  <a:off x="0" y="0"/>
                  <a:ext cx="136" cy="184"/>
                </a:xfrm>
                <a:prstGeom prst="triangle">
                  <a:avLst>
                    <a:gd name="adj" fmla="val 49995"/>
                  </a:avLst>
                </a:prstGeom>
                <a:solidFill>
                  <a:srgbClr val="000000"/>
                </a:solidFill>
                <a:ln w="12700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120000"/>
                    </a:lnSpc>
                    <a:spcBef>
                      <a:spcPct val="20000"/>
                    </a:spcBef>
                    <a:buClr>
                      <a:srgbClr val="0000CC"/>
                    </a:buClr>
                    <a:buSzPct val="75000"/>
                    <a:buFont typeface="Wingdings" pitchFamily="2" charset="2"/>
                    <a:buChar char="l"/>
                    <a:defRPr sz="3200" b="1">
                      <a:solidFill>
                        <a:srgbClr val="0000CC"/>
                      </a:solidFill>
                      <a:latin typeface="Garamond" pitchFamily="18" charset="0"/>
                    </a:defRPr>
                  </a:lvl1pPr>
                  <a:lvl2pPr marL="742950" indent="-285750">
                    <a:lnSpc>
                      <a:spcPct val="80000"/>
                    </a:lnSpc>
                    <a:spcBef>
                      <a:spcPct val="20000"/>
                    </a:spcBef>
                    <a:buClr>
                      <a:srgbClr val="0000CC"/>
                    </a:buClr>
                    <a:buSzPct val="75000"/>
                    <a:buFont typeface="Wingdings" pitchFamily="2" charset="2"/>
                    <a:buChar char="l"/>
                    <a:defRPr sz="2800" b="1">
                      <a:solidFill>
                        <a:srgbClr val="0000CC"/>
                      </a:solidFill>
                      <a:latin typeface="Garamond" pitchFamily="18" charset="0"/>
                    </a:defRPr>
                  </a:lvl2pPr>
                  <a:lvl3pPr marL="1143000" indent="-228600">
                    <a:lnSpc>
                      <a:spcPct val="80000"/>
                    </a:lnSpc>
                    <a:spcBef>
                      <a:spcPct val="20000"/>
                    </a:spcBef>
                    <a:buClr>
                      <a:srgbClr val="0000CC"/>
                    </a:buClr>
                    <a:buSzPct val="75000"/>
                    <a:buFont typeface="Wingdings" pitchFamily="2" charset="2"/>
                    <a:buChar char="l"/>
                    <a:defRPr sz="2400" b="1">
                      <a:solidFill>
                        <a:srgbClr val="0000FF"/>
                      </a:solidFill>
                      <a:latin typeface="Garamond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CC"/>
                    </a:buClr>
                    <a:buSzPct val="75000"/>
                    <a:buFont typeface="Wingdings" pitchFamily="2" charset="2"/>
                    <a:buChar char="l"/>
                    <a:defRPr sz="2000" b="1">
                      <a:solidFill>
                        <a:srgbClr val="0000CC"/>
                      </a:solidFill>
                      <a:latin typeface="Garamond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CC"/>
                    </a:buClr>
                    <a:buSzPct val="75000"/>
                    <a:buFont typeface="Wingdings" pitchFamily="2" charset="2"/>
                    <a:buChar char="l"/>
                    <a:defRPr sz="2000" b="1">
                      <a:solidFill>
                        <a:schemeClr val="tx1"/>
                      </a:solidFill>
                      <a:latin typeface="Arial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CC"/>
                    </a:buClr>
                    <a:buSzPct val="75000"/>
                    <a:buFont typeface="Wingdings" pitchFamily="2" charset="2"/>
                    <a:buChar char="l"/>
                    <a:defRPr sz="2000" b="1">
                      <a:solidFill>
                        <a:schemeClr val="tx1"/>
                      </a:solidFill>
                      <a:latin typeface="Arial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CC"/>
                    </a:buClr>
                    <a:buSzPct val="75000"/>
                    <a:buFont typeface="Wingdings" pitchFamily="2" charset="2"/>
                    <a:buChar char="l"/>
                    <a:defRPr sz="2000" b="1">
                      <a:solidFill>
                        <a:schemeClr val="tx1"/>
                      </a:solidFill>
                      <a:latin typeface="Arial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CC"/>
                    </a:buClr>
                    <a:buSzPct val="75000"/>
                    <a:buFont typeface="Wingdings" pitchFamily="2" charset="2"/>
                    <a:buChar char="l"/>
                    <a:defRPr sz="2000" b="1">
                      <a:solidFill>
                        <a:schemeClr val="tx1"/>
                      </a:solidFill>
                      <a:latin typeface="Arial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CC"/>
                    </a:buClr>
                    <a:buSzPct val="75000"/>
                    <a:buFont typeface="Wingdings" pitchFamily="2" charset="2"/>
                    <a:buChar char="l"/>
                    <a:defRPr sz="2000" b="1">
                      <a:solidFill>
                        <a:schemeClr val="tx1"/>
                      </a:solidFill>
                      <a:latin typeface="Arial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 typeface="Arial" pitchFamily="34" charset="0"/>
                    <a:buNone/>
                  </a:pPr>
                  <a:endParaRPr lang="zh-CN" altLang="en-US" sz="2400" b="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endParaRPr>
                </a:p>
              </p:txBody>
            </p:sp>
          </p:grpSp>
          <p:grpSp>
            <p:nvGrpSpPr>
              <p:cNvPr id="37918" name="Group 105"/>
              <p:cNvGrpSpPr>
                <a:grpSpLocks/>
              </p:cNvGrpSpPr>
              <p:nvPr/>
            </p:nvGrpSpPr>
            <p:grpSpPr bwMode="auto">
              <a:xfrm flipH="1">
                <a:off x="3346" y="414"/>
                <a:ext cx="100" cy="216"/>
                <a:chOff x="0" y="0"/>
                <a:chExt cx="136" cy="302"/>
              </a:xfrm>
            </p:grpSpPr>
            <p:sp>
              <p:nvSpPr>
                <p:cNvPr id="37944" name="Line 106"/>
                <p:cNvSpPr>
                  <a:spLocks noChangeShapeType="1"/>
                </p:cNvSpPr>
                <p:nvPr/>
              </p:nvSpPr>
              <p:spPr bwMode="auto">
                <a:xfrm>
                  <a:off x="68" y="62"/>
                  <a:ext cx="0" cy="240"/>
                </a:xfrm>
                <a:prstGeom prst="line">
                  <a:avLst/>
                </a:prstGeom>
                <a:noFill/>
                <a:ln w="254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37945" name="AutoShape 107"/>
                <p:cNvSpPr>
                  <a:spLocks noChangeArrowheads="1"/>
                </p:cNvSpPr>
                <p:nvPr/>
              </p:nvSpPr>
              <p:spPr bwMode="auto">
                <a:xfrm rot="10800000">
                  <a:off x="0" y="0"/>
                  <a:ext cx="136" cy="184"/>
                </a:xfrm>
                <a:prstGeom prst="triangle">
                  <a:avLst>
                    <a:gd name="adj" fmla="val 49995"/>
                  </a:avLst>
                </a:prstGeom>
                <a:solidFill>
                  <a:srgbClr val="000000"/>
                </a:solidFill>
                <a:ln w="12700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120000"/>
                    </a:lnSpc>
                    <a:spcBef>
                      <a:spcPct val="20000"/>
                    </a:spcBef>
                    <a:buClr>
                      <a:srgbClr val="0000CC"/>
                    </a:buClr>
                    <a:buSzPct val="75000"/>
                    <a:buFont typeface="Wingdings" pitchFamily="2" charset="2"/>
                    <a:buChar char="l"/>
                    <a:defRPr sz="3200" b="1">
                      <a:solidFill>
                        <a:srgbClr val="0000CC"/>
                      </a:solidFill>
                      <a:latin typeface="Garamond" pitchFamily="18" charset="0"/>
                    </a:defRPr>
                  </a:lvl1pPr>
                  <a:lvl2pPr marL="742950" indent="-285750">
                    <a:lnSpc>
                      <a:spcPct val="80000"/>
                    </a:lnSpc>
                    <a:spcBef>
                      <a:spcPct val="20000"/>
                    </a:spcBef>
                    <a:buClr>
                      <a:srgbClr val="0000CC"/>
                    </a:buClr>
                    <a:buSzPct val="75000"/>
                    <a:buFont typeface="Wingdings" pitchFamily="2" charset="2"/>
                    <a:buChar char="l"/>
                    <a:defRPr sz="2800" b="1">
                      <a:solidFill>
                        <a:srgbClr val="0000CC"/>
                      </a:solidFill>
                      <a:latin typeface="Garamond" pitchFamily="18" charset="0"/>
                    </a:defRPr>
                  </a:lvl2pPr>
                  <a:lvl3pPr marL="1143000" indent="-228600">
                    <a:lnSpc>
                      <a:spcPct val="80000"/>
                    </a:lnSpc>
                    <a:spcBef>
                      <a:spcPct val="20000"/>
                    </a:spcBef>
                    <a:buClr>
                      <a:srgbClr val="0000CC"/>
                    </a:buClr>
                    <a:buSzPct val="75000"/>
                    <a:buFont typeface="Wingdings" pitchFamily="2" charset="2"/>
                    <a:buChar char="l"/>
                    <a:defRPr sz="2400" b="1">
                      <a:solidFill>
                        <a:srgbClr val="0000FF"/>
                      </a:solidFill>
                      <a:latin typeface="Garamond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CC"/>
                    </a:buClr>
                    <a:buSzPct val="75000"/>
                    <a:buFont typeface="Wingdings" pitchFamily="2" charset="2"/>
                    <a:buChar char="l"/>
                    <a:defRPr sz="2000" b="1">
                      <a:solidFill>
                        <a:srgbClr val="0000CC"/>
                      </a:solidFill>
                      <a:latin typeface="Garamond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CC"/>
                    </a:buClr>
                    <a:buSzPct val="75000"/>
                    <a:buFont typeface="Wingdings" pitchFamily="2" charset="2"/>
                    <a:buChar char="l"/>
                    <a:defRPr sz="2000" b="1">
                      <a:solidFill>
                        <a:schemeClr val="tx1"/>
                      </a:solidFill>
                      <a:latin typeface="Arial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CC"/>
                    </a:buClr>
                    <a:buSzPct val="75000"/>
                    <a:buFont typeface="Wingdings" pitchFamily="2" charset="2"/>
                    <a:buChar char="l"/>
                    <a:defRPr sz="2000" b="1">
                      <a:solidFill>
                        <a:schemeClr val="tx1"/>
                      </a:solidFill>
                      <a:latin typeface="Arial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CC"/>
                    </a:buClr>
                    <a:buSzPct val="75000"/>
                    <a:buFont typeface="Wingdings" pitchFamily="2" charset="2"/>
                    <a:buChar char="l"/>
                    <a:defRPr sz="2000" b="1">
                      <a:solidFill>
                        <a:schemeClr val="tx1"/>
                      </a:solidFill>
                      <a:latin typeface="Arial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CC"/>
                    </a:buClr>
                    <a:buSzPct val="75000"/>
                    <a:buFont typeface="Wingdings" pitchFamily="2" charset="2"/>
                    <a:buChar char="l"/>
                    <a:defRPr sz="2000" b="1">
                      <a:solidFill>
                        <a:schemeClr val="tx1"/>
                      </a:solidFill>
                      <a:latin typeface="Arial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CC"/>
                    </a:buClr>
                    <a:buSzPct val="75000"/>
                    <a:buFont typeface="Wingdings" pitchFamily="2" charset="2"/>
                    <a:buChar char="l"/>
                    <a:defRPr sz="2000" b="1">
                      <a:solidFill>
                        <a:schemeClr val="tx1"/>
                      </a:solidFill>
                      <a:latin typeface="Arial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 typeface="Arial" pitchFamily="34" charset="0"/>
                    <a:buNone/>
                  </a:pPr>
                  <a:endParaRPr lang="zh-CN" altLang="en-US" sz="2400" b="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endParaRPr>
                </a:p>
              </p:txBody>
            </p:sp>
          </p:grpSp>
          <p:grpSp>
            <p:nvGrpSpPr>
              <p:cNvPr id="37919" name="Group 108"/>
              <p:cNvGrpSpPr>
                <a:grpSpLocks/>
              </p:cNvGrpSpPr>
              <p:nvPr/>
            </p:nvGrpSpPr>
            <p:grpSpPr bwMode="auto">
              <a:xfrm flipH="1">
                <a:off x="3337" y="711"/>
                <a:ext cx="100" cy="216"/>
                <a:chOff x="0" y="0"/>
                <a:chExt cx="136" cy="302"/>
              </a:xfrm>
            </p:grpSpPr>
            <p:sp>
              <p:nvSpPr>
                <p:cNvPr id="37942" name="Line 109"/>
                <p:cNvSpPr>
                  <a:spLocks noChangeShapeType="1"/>
                </p:cNvSpPr>
                <p:nvPr/>
              </p:nvSpPr>
              <p:spPr bwMode="auto">
                <a:xfrm>
                  <a:off x="68" y="62"/>
                  <a:ext cx="0" cy="240"/>
                </a:xfrm>
                <a:prstGeom prst="line">
                  <a:avLst/>
                </a:prstGeom>
                <a:noFill/>
                <a:ln w="254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37943" name="AutoShape 110"/>
                <p:cNvSpPr>
                  <a:spLocks noChangeArrowheads="1"/>
                </p:cNvSpPr>
                <p:nvPr/>
              </p:nvSpPr>
              <p:spPr bwMode="auto">
                <a:xfrm rot="10800000">
                  <a:off x="0" y="0"/>
                  <a:ext cx="136" cy="184"/>
                </a:xfrm>
                <a:prstGeom prst="triangle">
                  <a:avLst>
                    <a:gd name="adj" fmla="val 49995"/>
                  </a:avLst>
                </a:prstGeom>
                <a:solidFill>
                  <a:srgbClr val="000000"/>
                </a:solidFill>
                <a:ln w="12700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120000"/>
                    </a:lnSpc>
                    <a:spcBef>
                      <a:spcPct val="20000"/>
                    </a:spcBef>
                    <a:buClr>
                      <a:srgbClr val="0000CC"/>
                    </a:buClr>
                    <a:buSzPct val="75000"/>
                    <a:buFont typeface="Wingdings" pitchFamily="2" charset="2"/>
                    <a:buChar char="l"/>
                    <a:defRPr sz="3200" b="1">
                      <a:solidFill>
                        <a:srgbClr val="0000CC"/>
                      </a:solidFill>
                      <a:latin typeface="Garamond" pitchFamily="18" charset="0"/>
                    </a:defRPr>
                  </a:lvl1pPr>
                  <a:lvl2pPr marL="742950" indent="-285750">
                    <a:lnSpc>
                      <a:spcPct val="80000"/>
                    </a:lnSpc>
                    <a:spcBef>
                      <a:spcPct val="20000"/>
                    </a:spcBef>
                    <a:buClr>
                      <a:srgbClr val="0000CC"/>
                    </a:buClr>
                    <a:buSzPct val="75000"/>
                    <a:buFont typeface="Wingdings" pitchFamily="2" charset="2"/>
                    <a:buChar char="l"/>
                    <a:defRPr sz="2800" b="1">
                      <a:solidFill>
                        <a:srgbClr val="0000CC"/>
                      </a:solidFill>
                      <a:latin typeface="Garamond" pitchFamily="18" charset="0"/>
                    </a:defRPr>
                  </a:lvl2pPr>
                  <a:lvl3pPr marL="1143000" indent="-228600">
                    <a:lnSpc>
                      <a:spcPct val="80000"/>
                    </a:lnSpc>
                    <a:spcBef>
                      <a:spcPct val="20000"/>
                    </a:spcBef>
                    <a:buClr>
                      <a:srgbClr val="0000CC"/>
                    </a:buClr>
                    <a:buSzPct val="75000"/>
                    <a:buFont typeface="Wingdings" pitchFamily="2" charset="2"/>
                    <a:buChar char="l"/>
                    <a:defRPr sz="2400" b="1">
                      <a:solidFill>
                        <a:srgbClr val="0000FF"/>
                      </a:solidFill>
                      <a:latin typeface="Garamond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CC"/>
                    </a:buClr>
                    <a:buSzPct val="75000"/>
                    <a:buFont typeface="Wingdings" pitchFamily="2" charset="2"/>
                    <a:buChar char="l"/>
                    <a:defRPr sz="2000" b="1">
                      <a:solidFill>
                        <a:srgbClr val="0000CC"/>
                      </a:solidFill>
                      <a:latin typeface="Garamond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CC"/>
                    </a:buClr>
                    <a:buSzPct val="75000"/>
                    <a:buFont typeface="Wingdings" pitchFamily="2" charset="2"/>
                    <a:buChar char="l"/>
                    <a:defRPr sz="2000" b="1">
                      <a:solidFill>
                        <a:schemeClr val="tx1"/>
                      </a:solidFill>
                      <a:latin typeface="Arial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CC"/>
                    </a:buClr>
                    <a:buSzPct val="75000"/>
                    <a:buFont typeface="Wingdings" pitchFamily="2" charset="2"/>
                    <a:buChar char="l"/>
                    <a:defRPr sz="2000" b="1">
                      <a:solidFill>
                        <a:schemeClr val="tx1"/>
                      </a:solidFill>
                      <a:latin typeface="Arial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CC"/>
                    </a:buClr>
                    <a:buSzPct val="75000"/>
                    <a:buFont typeface="Wingdings" pitchFamily="2" charset="2"/>
                    <a:buChar char="l"/>
                    <a:defRPr sz="2000" b="1">
                      <a:solidFill>
                        <a:schemeClr val="tx1"/>
                      </a:solidFill>
                      <a:latin typeface="Arial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CC"/>
                    </a:buClr>
                    <a:buSzPct val="75000"/>
                    <a:buFont typeface="Wingdings" pitchFamily="2" charset="2"/>
                    <a:buChar char="l"/>
                    <a:defRPr sz="2000" b="1">
                      <a:solidFill>
                        <a:schemeClr val="tx1"/>
                      </a:solidFill>
                      <a:latin typeface="Arial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CC"/>
                    </a:buClr>
                    <a:buSzPct val="75000"/>
                    <a:buFont typeface="Wingdings" pitchFamily="2" charset="2"/>
                    <a:buChar char="l"/>
                    <a:defRPr sz="2000" b="1">
                      <a:solidFill>
                        <a:schemeClr val="tx1"/>
                      </a:solidFill>
                      <a:latin typeface="Arial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 typeface="Arial" pitchFamily="34" charset="0"/>
                    <a:buNone/>
                  </a:pPr>
                  <a:endParaRPr lang="zh-CN" altLang="en-US" sz="2400" b="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endParaRPr>
                </a:p>
              </p:txBody>
            </p:sp>
          </p:grpSp>
          <p:sp>
            <p:nvSpPr>
              <p:cNvPr id="37920" name="Rectangle 111"/>
              <p:cNvSpPr>
                <a:spLocks noChangeArrowheads="1"/>
              </p:cNvSpPr>
              <p:nvPr/>
            </p:nvSpPr>
            <p:spPr bwMode="auto">
              <a:xfrm flipH="1">
                <a:off x="3748" y="441"/>
                <a:ext cx="600" cy="360"/>
              </a:xfrm>
              <a:prstGeom prst="rect">
                <a:avLst/>
              </a:prstGeom>
              <a:noFill/>
              <a:ln w="19050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lnSpc>
                    <a:spcPct val="120000"/>
                  </a:lnSpc>
                  <a:spcBef>
                    <a:spcPct val="20000"/>
                  </a:spcBef>
                  <a:buClr>
                    <a:srgbClr val="0000CC"/>
                  </a:buClr>
                  <a:buSzPct val="75000"/>
                  <a:buFont typeface="Wingdings" pitchFamily="2" charset="2"/>
                  <a:buChar char="l"/>
                  <a:defRPr sz="3200" b="1">
                    <a:solidFill>
                      <a:srgbClr val="0000CC"/>
                    </a:solidFill>
                    <a:latin typeface="Garamond" pitchFamily="18" charset="0"/>
                  </a:defRPr>
                </a:lvl1pPr>
                <a:lvl2pPr marL="742950" indent="-285750">
                  <a:lnSpc>
                    <a:spcPct val="80000"/>
                  </a:lnSpc>
                  <a:spcBef>
                    <a:spcPct val="20000"/>
                  </a:spcBef>
                  <a:buClr>
                    <a:srgbClr val="0000CC"/>
                  </a:buClr>
                  <a:buSzPct val="75000"/>
                  <a:buFont typeface="Wingdings" pitchFamily="2" charset="2"/>
                  <a:buChar char="l"/>
                  <a:defRPr sz="2800" b="1">
                    <a:solidFill>
                      <a:srgbClr val="0000CC"/>
                    </a:solidFill>
                    <a:latin typeface="Garamond" pitchFamily="18" charset="0"/>
                  </a:defRPr>
                </a:lvl2pPr>
                <a:lvl3pPr marL="1143000" indent="-228600">
                  <a:lnSpc>
                    <a:spcPct val="80000"/>
                  </a:lnSpc>
                  <a:spcBef>
                    <a:spcPct val="20000"/>
                  </a:spcBef>
                  <a:buClr>
                    <a:srgbClr val="0000CC"/>
                  </a:buClr>
                  <a:buSzPct val="75000"/>
                  <a:buFont typeface="Wingdings" pitchFamily="2" charset="2"/>
                  <a:buChar char="l"/>
                  <a:defRPr sz="2400" b="1">
                    <a:solidFill>
                      <a:srgbClr val="0000FF"/>
                    </a:solidFill>
                    <a:latin typeface="Garamond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CC"/>
                  </a:buClr>
                  <a:buSzPct val="75000"/>
                  <a:buFont typeface="Wingdings" pitchFamily="2" charset="2"/>
                  <a:buChar char="l"/>
                  <a:defRPr sz="2000" b="1">
                    <a:solidFill>
                      <a:srgbClr val="0000CC"/>
                    </a:solidFill>
                    <a:latin typeface="Garamond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CC"/>
                  </a:buClr>
                  <a:buSzPct val="75000"/>
                  <a:buFont typeface="Wingdings" pitchFamily="2" charset="2"/>
                  <a:buChar char="l"/>
                  <a:defRPr sz="2000" b="1">
                    <a:solidFill>
                      <a:schemeClr val="tx1"/>
                    </a:solidFill>
                    <a:latin typeface="Arial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CC"/>
                  </a:buClr>
                  <a:buSzPct val="75000"/>
                  <a:buFont typeface="Wingdings" pitchFamily="2" charset="2"/>
                  <a:buChar char="l"/>
                  <a:defRPr sz="2000" b="1">
                    <a:solidFill>
                      <a:schemeClr val="tx1"/>
                    </a:solidFill>
                    <a:latin typeface="Arial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CC"/>
                  </a:buClr>
                  <a:buSzPct val="75000"/>
                  <a:buFont typeface="Wingdings" pitchFamily="2" charset="2"/>
                  <a:buChar char="l"/>
                  <a:defRPr sz="2000" b="1">
                    <a:solidFill>
                      <a:schemeClr val="tx1"/>
                    </a:solidFill>
                    <a:latin typeface="Arial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CC"/>
                  </a:buClr>
                  <a:buSzPct val="75000"/>
                  <a:buFont typeface="Wingdings" pitchFamily="2" charset="2"/>
                  <a:buChar char="l"/>
                  <a:defRPr sz="2000" b="1">
                    <a:solidFill>
                      <a:schemeClr val="tx1"/>
                    </a:solidFill>
                    <a:latin typeface="Arial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CC"/>
                  </a:buClr>
                  <a:buSzPct val="75000"/>
                  <a:buFont typeface="Wingdings" pitchFamily="2" charset="2"/>
                  <a:buChar char="l"/>
                  <a:defRPr sz="2000" b="1">
                    <a:solidFill>
                      <a:schemeClr val="tx1"/>
                    </a:solidFill>
                    <a:latin typeface="Arial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 typeface="Arial" pitchFamily="34" charset="0"/>
                  <a:buNone/>
                </a:pPr>
                <a:endParaRPr lang="zh-CN" altLang="en-US" sz="2400" b="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endParaRPr>
              </a:p>
            </p:txBody>
          </p:sp>
          <p:sp>
            <p:nvSpPr>
              <p:cNvPr id="37921" name="Line 112"/>
              <p:cNvSpPr>
                <a:spLocks noChangeShapeType="1"/>
              </p:cNvSpPr>
              <p:nvPr/>
            </p:nvSpPr>
            <p:spPr bwMode="auto">
              <a:xfrm flipH="1">
                <a:off x="3404" y="625"/>
                <a:ext cx="336" cy="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pSp>
            <p:nvGrpSpPr>
              <p:cNvPr id="37922" name="Group 113"/>
              <p:cNvGrpSpPr>
                <a:grpSpLocks/>
              </p:cNvGrpSpPr>
              <p:nvPr/>
            </p:nvGrpSpPr>
            <p:grpSpPr bwMode="auto">
              <a:xfrm flipH="1">
                <a:off x="3404" y="321"/>
                <a:ext cx="336" cy="136"/>
                <a:chOff x="0" y="0"/>
                <a:chExt cx="336" cy="136"/>
              </a:xfrm>
            </p:grpSpPr>
            <p:sp>
              <p:nvSpPr>
                <p:cNvPr id="37939" name="Line 114"/>
                <p:cNvSpPr>
                  <a:spLocks noChangeShapeType="1"/>
                </p:cNvSpPr>
                <p:nvPr/>
              </p:nvSpPr>
              <p:spPr bwMode="auto">
                <a:xfrm>
                  <a:off x="0" y="136"/>
                  <a:ext cx="176" cy="0"/>
                </a:xfrm>
                <a:prstGeom prst="line">
                  <a:avLst/>
                </a:prstGeom>
                <a:noFill/>
                <a:ln w="1905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37940" name="Line 115"/>
                <p:cNvSpPr>
                  <a:spLocks noChangeShapeType="1"/>
                </p:cNvSpPr>
                <p:nvPr/>
              </p:nvSpPr>
              <p:spPr bwMode="auto">
                <a:xfrm flipV="1">
                  <a:off x="168" y="8"/>
                  <a:ext cx="0" cy="128"/>
                </a:xfrm>
                <a:prstGeom prst="line">
                  <a:avLst/>
                </a:prstGeom>
                <a:noFill/>
                <a:ln w="1905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37941" name="Line 116"/>
                <p:cNvSpPr>
                  <a:spLocks noChangeShapeType="1"/>
                </p:cNvSpPr>
                <p:nvPr/>
              </p:nvSpPr>
              <p:spPr bwMode="auto">
                <a:xfrm>
                  <a:off x="168" y="0"/>
                  <a:ext cx="168" cy="0"/>
                </a:xfrm>
                <a:prstGeom prst="line">
                  <a:avLst/>
                </a:prstGeom>
                <a:noFill/>
                <a:ln w="1905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sp>
            <p:nvSpPr>
              <p:cNvPr id="37923" name="Line 117"/>
              <p:cNvSpPr>
                <a:spLocks noChangeShapeType="1"/>
              </p:cNvSpPr>
              <p:nvPr/>
            </p:nvSpPr>
            <p:spPr bwMode="auto">
              <a:xfrm flipH="1" flipV="1">
                <a:off x="3548" y="785"/>
                <a:ext cx="200" cy="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7924" name="Line 118"/>
              <p:cNvSpPr>
                <a:spLocks noChangeShapeType="1"/>
              </p:cNvSpPr>
              <p:nvPr/>
            </p:nvSpPr>
            <p:spPr bwMode="auto">
              <a:xfrm flipH="1">
                <a:off x="3556" y="785"/>
                <a:ext cx="0" cy="128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7925" name="Line 119"/>
              <p:cNvSpPr>
                <a:spLocks noChangeShapeType="1"/>
              </p:cNvSpPr>
              <p:nvPr/>
            </p:nvSpPr>
            <p:spPr bwMode="auto">
              <a:xfrm flipH="1" flipV="1">
                <a:off x="3388" y="921"/>
                <a:ext cx="168" cy="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7926" name="Text Box 120"/>
              <p:cNvSpPr txBox="1">
                <a:spLocks noChangeArrowheads="1"/>
              </p:cNvSpPr>
              <p:nvPr/>
            </p:nvSpPr>
            <p:spPr bwMode="auto">
              <a:xfrm>
                <a:off x="3725" y="524"/>
                <a:ext cx="614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lnSpc>
                    <a:spcPct val="120000"/>
                  </a:lnSpc>
                  <a:spcBef>
                    <a:spcPct val="20000"/>
                  </a:spcBef>
                  <a:buClr>
                    <a:srgbClr val="0000CC"/>
                  </a:buClr>
                  <a:buSzPct val="75000"/>
                  <a:buFont typeface="Wingdings" pitchFamily="2" charset="2"/>
                  <a:buChar char="l"/>
                  <a:defRPr sz="3200" b="1">
                    <a:solidFill>
                      <a:srgbClr val="0000CC"/>
                    </a:solidFill>
                    <a:latin typeface="Garamond" pitchFamily="18" charset="0"/>
                  </a:defRPr>
                </a:lvl1pPr>
                <a:lvl2pPr marL="742950" indent="-285750">
                  <a:lnSpc>
                    <a:spcPct val="80000"/>
                  </a:lnSpc>
                  <a:spcBef>
                    <a:spcPct val="20000"/>
                  </a:spcBef>
                  <a:buClr>
                    <a:srgbClr val="0000CC"/>
                  </a:buClr>
                  <a:buSzPct val="75000"/>
                  <a:buFont typeface="Wingdings" pitchFamily="2" charset="2"/>
                  <a:buChar char="l"/>
                  <a:defRPr sz="2800" b="1">
                    <a:solidFill>
                      <a:srgbClr val="0000CC"/>
                    </a:solidFill>
                    <a:latin typeface="Garamond" pitchFamily="18" charset="0"/>
                  </a:defRPr>
                </a:lvl2pPr>
                <a:lvl3pPr marL="1143000" indent="-228600">
                  <a:lnSpc>
                    <a:spcPct val="80000"/>
                  </a:lnSpc>
                  <a:spcBef>
                    <a:spcPct val="20000"/>
                  </a:spcBef>
                  <a:buClr>
                    <a:srgbClr val="0000CC"/>
                  </a:buClr>
                  <a:buSzPct val="75000"/>
                  <a:buFont typeface="Wingdings" pitchFamily="2" charset="2"/>
                  <a:buChar char="l"/>
                  <a:defRPr sz="2400" b="1">
                    <a:solidFill>
                      <a:srgbClr val="0000FF"/>
                    </a:solidFill>
                    <a:latin typeface="Garamond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CC"/>
                  </a:buClr>
                  <a:buSzPct val="75000"/>
                  <a:buFont typeface="Wingdings" pitchFamily="2" charset="2"/>
                  <a:buChar char="l"/>
                  <a:defRPr sz="2000" b="1">
                    <a:solidFill>
                      <a:srgbClr val="0000CC"/>
                    </a:solidFill>
                    <a:latin typeface="Garamond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CC"/>
                  </a:buClr>
                  <a:buSzPct val="75000"/>
                  <a:buFont typeface="Wingdings" pitchFamily="2" charset="2"/>
                  <a:buChar char="l"/>
                  <a:defRPr sz="2000" b="1">
                    <a:solidFill>
                      <a:schemeClr val="tx1"/>
                    </a:solidFill>
                    <a:latin typeface="Arial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CC"/>
                  </a:buClr>
                  <a:buSzPct val="75000"/>
                  <a:buFont typeface="Wingdings" pitchFamily="2" charset="2"/>
                  <a:buChar char="l"/>
                  <a:defRPr sz="2000" b="1">
                    <a:solidFill>
                      <a:schemeClr val="tx1"/>
                    </a:solidFill>
                    <a:latin typeface="Arial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CC"/>
                  </a:buClr>
                  <a:buSzPct val="75000"/>
                  <a:buFont typeface="Wingdings" pitchFamily="2" charset="2"/>
                  <a:buChar char="l"/>
                  <a:defRPr sz="2000" b="1">
                    <a:solidFill>
                      <a:schemeClr val="tx1"/>
                    </a:solidFill>
                    <a:latin typeface="Arial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CC"/>
                  </a:buClr>
                  <a:buSzPct val="75000"/>
                  <a:buFont typeface="Wingdings" pitchFamily="2" charset="2"/>
                  <a:buChar char="l"/>
                  <a:defRPr sz="2000" b="1">
                    <a:solidFill>
                      <a:schemeClr val="tx1"/>
                    </a:solidFill>
                    <a:latin typeface="Arial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CC"/>
                  </a:buClr>
                  <a:buSzPct val="75000"/>
                  <a:buFont typeface="Wingdings" pitchFamily="2" charset="2"/>
                  <a:buChar char="l"/>
                  <a:defRPr sz="2000" b="1">
                    <a:solidFill>
                      <a:schemeClr val="tx1"/>
                    </a:solidFill>
                    <a:latin typeface="Arial" pitchFamily="34" charset="0"/>
                  </a:defRPr>
                </a:lvl9pPr>
              </a:lstStyle>
              <a:p>
                <a:pPr algn="ctr" eaLnBrk="1" hangingPunct="1">
                  <a:lnSpc>
                    <a:spcPct val="100000"/>
                  </a:lnSpc>
                  <a:spcBef>
                    <a:spcPct val="50000"/>
                  </a:spcBef>
                  <a:buClrTx/>
                  <a:buSzTx/>
                  <a:buFont typeface="Arial" pitchFamily="34" charset="0"/>
                  <a:buNone/>
                </a:pPr>
                <a:r>
                  <a:rPr lang="en-US" altLang="zh-CN" sz="1400">
                    <a:solidFill>
                      <a:srgbClr val="000000"/>
                    </a:solidFill>
                    <a:latin typeface="Times New Roman" pitchFamily="18" charset="0"/>
                    <a:ea typeface="宋体" pitchFamily="2" charset="-122"/>
                  </a:rPr>
                  <a:t>Decoder</a:t>
                </a:r>
              </a:p>
            </p:txBody>
          </p:sp>
          <p:sp>
            <p:nvSpPr>
              <p:cNvPr id="37927" name="Rectangle 121"/>
              <p:cNvSpPr>
                <a:spLocks noChangeArrowheads="1"/>
              </p:cNvSpPr>
              <p:nvPr/>
            </p:nvSpPr>
            <p:spPr bwMode="auto">
              <a:xfrm>
                <a:off x="4894" y="753"/>
                <a:ext cx="104" cy="32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120000"/>
                  </a:lnSpc>
                  <a:spcBef>
                    <a:spcPct val="20000"/>
                  </a:spcBef>
                  <a:buClr>
                    <a:srgbClr val="0000CC"/>
                  </a:buClr>
                  <a:buSzPct val="75000"/>
                  <a:buFont typeface="Wingdings" pitchFamily="2" charset="2"/>
                  <a:buChar char="l"/>
                  <a:defRPr sz="3200" b="1">
                    <a:solidFill>
                      <a:srgbClr val="0000CC"/>
                    </a:solidFill>
                    <a:latin typeface="Garamond" pitchFamily="18" charset="0"/>
                  </a:defRPr>
                </a:lvl1pPr>
                <a:lvl2pPr marL="742950" indent="-285750">
                  <a:lnSpc>
                    <a:spcPct val="80000"/>
                  </a:lnSpc>
                  <a:spcBef>
                    <a:spcPct val="20000"/>
                  </a:spcBef>
                  <a:buClr>
                    <a:srgbClr val="0000CC"/>
                  </a:buClr>
                  <a:buSzPct val="75000"/>
                  <a:buFont typeface="Wingdings" pitchFamily="2" charset="2"/>
                  <a:buChar char="l"/>
                  <a:defRPr sz="2800" b="1">
                    <a:solidFill>
                      <a:srgbClr val="0000CC"/>
                    </a:solidFill>
                    <a:latin typeface="Garamond" pitchFamily="18" charset="0"/>
                  </a:defRPr>
                </a:lvl2pPr>
                <a:lvl3pPr marL="1143000" indent="-228600">
                  <a:lnSpc>
                    <a:spcPct val="80000"/>
                  </a:lnSpc>
                  <a:spcBef>
                    <a:spcPct val="20000"/>
                  </a:spcBef>
                  <a:buClr>
                    <a:srgbClr val="0000CC"/>
                  </a:buClr>
                  <a:buSzPct val="75000"/>
                  <a:buFont typeface="Wingdings" pitchFamily="2" charset="2"/>
                  <a:buChar char="l"/>
                  <a:defRPr sz="2400" b="1">
                    <a:solidFill>
                      <a:srgbClr val="0000FF"/>
                    </a:solidFill>
                    <a:latin typeface="Garamond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CC"/>
                  </a:buClr>
                  <a:buSzPct val="75000"/>
                  <a:buFont typeface="Wingdings" pitchFamily="2" charset="2"/>
                  <a:buChar char="l"/>
                  <a:defRPr sz="2000" b="1">
                    <a:solidFill>
                      <a:srgbClr val="0000CC"/>
                    </a:solidFill>
                    <a:latin typeface="Garamond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CC"/>
                  </a:buClr>
                  <a:buSzPct val="75000"/>
                  <a:buFont typeface="Wingdings" pitchFamily="2" charset="2"/>
                  <a:buChar char="l"/>
                  <a:defRPr sz="2000" b="1">
                    <a:solidFill>
                      <a:schemeClr val="tx1"/>
                    </a:solidFill>
                    <a:latin typeface="Arial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CC"/>
                  </a:buClr>
                  <a:buSzPct val="75000"/>
                  <a:buFont typeface="Wingdings" pitchFamily="2" charset="2"/>
                  <a:buChar char="l"/>
                  <a:defRPr sz="2000" b="1">
                    <a:solidFill>
                      <a:schemeClr val="tx1"/>
                    </a:solidFill>
                    <a:latin typeface="Arial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CC"/>
                  </a:buClr>
                  <a:buSzPct val="75000"/>
                  <a:buFont typeface="Wingdings" pitchFamily="2" charset="2"/>
                  <a:buChar char="l"/>
                  <a:defRPr sz="2000" b="1">
                    <a:solidFill>
                      <a:schemeClr val="tx1"/>
                    </a:solidFill>
                    <a:latin typeface="Arial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CC"/>
                  </a:buClr>
                  <a:buSzPct val="75000"/>
                  <a:buFont typeface="Wingdings" pitchFamily="2" charset="2"/>
                  <a:buChar char="l"/>
                  <a:defRPr sz="2000" b="1">
                    <a:solidFill>
                      <a:schemeClr val="tx1"/>
                    </a:solidFill>
                    <a:latin typeface="Arial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CC"/>
                  </a:buClr>
                  <a:buSzPct val="75000"/>
                  <a:buFont typeface="Wingdings" pitchFamily="2" charset="2"/>
                  <a:buChar char="l"/>
                  <a:defRPr sz="2000" b="1">
                    <a:solidFill>
                      <a:schemeClr val="tx1"/>
                    </a:solidFill>
                    <a:latin typeface="Arial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 typeface="Arial" pitchFamily="34" charset="0"/>
                  <a:buNone/>
                </a:pPr>
                <a:endParaRPr lang="zh-CN" altLang="en-US" sz="2400" b="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endParaRPr>
              </a:p>
            </p:txBody>
          </p:sp>
          <p:sp>
            <p:nvSpPr>
              <p:cNvPr id="37928" name="Rectangle 122"/>
              <p:cNvSpPr>
                <a:spLocks noChangeArrowheads="1"/>
              </p:cNvSpPr>
              <p:nvPr/>
            </p:nvSpPr>
            <p:spPr bwMode="auto">
              <a:xfrm>
                <a:off x="5118" y="881"/>
                <a:ext cx="48" cy="32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120000"/>
                  </a:lnSpc>
                  <a:spcBef>
                    <a:spcPct val="20000"/>
                  </a:spcBef>
                  <a:buClr>
                    <a:srgbClr val="0000CC"/>
                  </a:buClr>
                  <a:buSzPct val="75000"/>
                  <a:buFont typeface="Wingdings" pitchFamily="2" charset="2"/>
                  <a:buChar char="l"/>
                  <a:defRPr sz="3200" b="1">
                    <a:solidFill>
                      <a:srgbClr val="0000CC"/>
                    </a:solidFill>
                    <a:latin typeface="Garamond" pitchFamily="18" charset="0"/>
                  </a:defRPr>
                </a:lvl1pPr>
                <a:lvl2pPr marL="742950" indent="-285750">
                  <a:lnSpc>
                    <a:spcPct val="80000"/>
                  </a:lnSpc>
                  <a:spcBef>
                    <a:spcPct val="20000"/>
                  </a:spcBef>
                  <a:buClr>
                    <a:srgbClr val="0000CC"/>
                  </a:buClr>
                  <a:buSzPct val="75000"/>
                  <a:buFont typeface="Wingdings" pitchFamily="2" charset="2"/>
                  <a:buChar char="l"/>
                  <a:defRPr sz="2800" b="1">
                    <a:solidFill>
                      <a:srgbClr val="0000CC"/>
                    </a:solidFill>
                    <a:latin typeface="Garamond" pitchFamily="18" charset="0"/>
                  </a:defRPr>
                </a:lvl2pPr>
                <a:lvl3pPr marL="1143000" indent="-228600">
                  <a:lnSpc>
                    <a:spcPct val="80000"/>
                  </a:lnSpc>
                  <a:spcBef>
                    <a:spcPct val="20000"/>
                  </a:spcBef>
                  <a:buClr>
                    <a:srgbClr val="0000CC"/>
                  </a:buClr>
                  <a:buSzPct val="75000"/>
                  <a:buFont typeface="Wingdings" pitchFamily="2" charset="2"/>
                  <a:buChar char="l"/>
                  <a:defRPr sz="2400" b="1">
                    <a:solidFill>
                      <a:srgbClr val="0000FF"/>
                    </a:solidFill>
                    <a:latin typeface="Garamond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CC"/>
                  </a:buClr>
                  <a:buSzPct val="75000"/>
                  <a:buFont typeface="Wingdings" pitchFamily="2" charset="2"/>
                  <a:buChar char="l"/>
                  <a:defRPr sz="2000" b="1">
                    <a:solidFill>
                      <a:srgbClr val="0000CC"/>
                    </a:solidFill>
                    <a:latin typeface="Garamond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CC"/>
                  </a:buClr>
                  <a:buSzPct val="75000"/>
                  <a:buFont typeface="Wingdings" pitchFamily="2" charset="2"/>
                  <a:buChar char="l"/>
                  <a:defRPr sz="2000" b="1">
                    <a:solidFill>
                      <a:schemeClr val="tx1"/>
                    </a:solidFill>
                    <a:latin typeface="Arial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CC"/>
                  </a:buClr>
                  <a:buSzPct val="75000"/>
                  <a:buFont typeface="Wingdings" pitchFamily="2" charset="2"/>
                  <a:buChar char="l"/>
                  <a:defRPr sz="2000" b="1">
                    <a:solidFill>
                      <a:schemeClr val="tx1"/>
                    </a:solidFill>
                    <a:latin typeface="Arial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CC"/>
                  </a:buClr>
                  <a:buSzPct val="75000"/>
                  <a:buFont typeface="Wingdings" pitchFamily="2" charset="2"/>
                  <a:buChar char="l"/>
                  <a:defRPr sz="2000" b="1">
                    <a:solidFill>
                      <a:schemeClr val="tx1"/>
                    </a:solidFill>
                    <a:latin typeface="Arial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CC"/>
                  </a:buClr>
                  <a:buSzPct val="75000"/>
                  <a:buFont typeface="Wingdings" pitchFamily="2" charset="2"/>
                  <a:buChar char="l"/>
                  <a:defRPr sz="2000" b="1">
                    <a:solidFill>
                      <a:schemeClr val="tx1"/>
                    </a:solidFill>
                    <a:latin typeface="Arial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CC"/>
                  </a:buClr>
                  <a:buSzPct val="75000"/>
                  <a:buFont typeface="Wingdings" pitchFamily="2" charset="2"/>
                  <a:buChar char="l"/>
                  <a:defRPr sz="2000" b="1">
                    <a:solidFill>
                      <a:schemeClr val="tx1"/>
                    </a:solidFill>
                    <a:latin typeface="Arial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 typeface="Arial" pitchFamily="34" charset="0"/>
                  <a:buNone/>
                </a:pPr>
                <a:endParaRPr lang="zh-CN" altLang="en-US" sz="2400" b="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endParaRPr>
              </a:p>
            </p:txBody>
          </p:sp>
          <p:sp>
            <p:nvSpPr>
              <p:cNvPr id="37929" name="Rectangle 123"/>
              <p:cNvSpPr>
                <a:spLocks noChangeArrowheads="1"/>
              </p:cNvSpPr>
              <p:nvPr/>
            </p:nvSpPr>
            <p:spPr bwMode="auto">
              <a:xfrm>
                <a:off x="4726" y="881"/>
                <a:ext cx="48" cy="32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120000"/>
                  </a:lnSpc>
                  <a:spcBef>
                    <a:spcPct val="20000"/>
                  </a:spcBef>
                  <a:buClr>
                    <a:srgbClr val="0000CC"/>
                  </a:buClr>
                  <a:buSzPct val="75000"/>
                  <a:buFont typeface="Wingdings" pitchFamily="2" charset="2"/>
                  <a:buChar char="l"/>
                  <a:defRPr sz="3200" b="1">
                    <a:solidFill>
                      <a:srgbClr val="0000CC"/>
                    </a:solidFill>
                    <a:latin typeface="Garamond" pitchFamily="18" charset="0"/>
                  </a:defRPr>
                </a:lvl1pPr>
                <a:lvl2pPr marL="742950" indent="-285750">
                  <a:lnSpc>
                    <a:spcPct val="80000"/>
                  </a:lnSpc>
                  <a:spcBef>
                    <a:spcPct val="20000"/>
                  </a:spcBef>
                  <a:buClr>
                    <a:srgbClr val="0000CC"/>
                  </a:buClr>
                  <a:buSzPct val="75000"/>
                  <a:buFont typeface="Wingdings" pitchFamily="2" charset="2"/>
                  <a:buChar char="l"/>
                  <a:defRPr sz="2800" b="1">
                    <a:solidFill>
                      <a:srgbClr val="0000CC"/>
                    </a:solidFill>
                    <a:latin typeface="Garamond" pitchFamily="18" charset="0"/>
                  </a:defRPr>
                </a:lvl2pPr>
                <a:lvl3pPr marL="1143000" indent="-228600">
                  <a:lnSpc>
                    <a:spcPct val="80000"/>
                  </a:lnSpc>
                  <a:spcBef>
                    <a:spcPct val="20000"/>
                  </a:spcBef>
                  <a:buClr>
                    <a:srgbClr val="0000CC"/>
                  </a:buClr>
                  <a:buSzPct val="75000"/>
                  <a:buFont typeface="Wingdings" pitchFamily="2" charset="2"/>
                  <a:buChar char="l"/>
                  <a:defRPr sz="2400" b="1">
                    <a:solidFill>
                      <a:srgbClr val="0000FF"/>
                    </a:solidFill>
                    <a:latin typeface="Garamond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CC"/>
                  </a:buClr>
                  <a:buSzPct val="75000"/>
                  <a:buFont typeface="Wingdings" pitchFamily="2" charset="2"/>
                  <a:buChar char="l"/>
                  <a:defRPr sz="2000" b="1">
                    <a:solidFill>
                      <a:srgbClr val="0000CC"/>
                    </a:solidFill>
                    <a:latin typeface="Garamond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CC"/>
                  </a:buClr>
                  <a:buSzPct val="75000"/>
                  <a:buFont typeface="Wingdings" pitchFamily="2" charset="2"/>
                  <a:buChar char="l"/>
                  <a:defRPr sz="2000" b="1">
                    <a:solidFill>
                      <a:schemeClr val="tx1"/>
                    </a:solidFill>
                    <a:latin typeface="Arial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CC"/>
                  </a:buClr>
                  <a:buSzPct val="75000"/>
                  <a:buFont typeface="Wingdings" pitchFamily="2" charset="2"/>
                  <a:buChar char="l"/>
                  <a:defRPr sz="2000" b="1">
                    <a:solidFill>
                      <a:schemeClr val="tx1"/>
                    </a:solidFill>
                    <a:latin typeface="Arial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CC"/>
                  </a:buClr>
                  <a:buSzPct val="75000"/>
                  <a:buFont typeface="Wingdings" pitchFamily="2" charset="2"/>
                  <a:buChar char="l"/>
                  <a:defRPr sz="2000" b="1">
                    <a:solidFill>
                      <a:schemeClr val="tx1"/>
                    </a:solidFill>
                    <a:latin typeface="Arial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CC"/>
                  </a:buClr>
                  <a:buSzPct val="75000"/>
                  <a:buFont typeface="Wingdings" pitchFamily="2" charset="2"/>
                  <a:buChar char="l"/>
                  <a:defRPr sz="2000" b="1">
                    <a:solidFill>
                      <a:schemeClr val="tx1"/>
                    </a:solidFill>
                    <a:latin typeface="Arial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CC"/>
                  </a:buClr>
                  <a:buSzPct val="75000"/>
                  <a:buFont typeface="Wingdings" pitchFamily="2" charset="2"/>
                  <a:buChar char="l"/>
                  <a:defRPr sz="2000" b="1">
                    <a:solidFill>
                      <a:schemeClr val="tx1"/>
                    </a:solidFill>
                    <a:latin typeface="Arial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 typeface="Arial" pitchFamily="34" charset="0"/>
                  <a:buNone/>
                </a:pPr>
                <a:endParaRPr lang="zh-CN" altLang="en-US" sz="2400" b="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endParaRPr>
              </a:p>
            </p:txBody>
          </p:sp>
          <p:sp>
            <p:nvSpPr>
              <p:cNvPr id="37930" name="Line 124"/>
              <p:cNvSpPr>
                <a:spLocks noChangeShapeType="1"/>
              </p:cNvSpPr>
              <p:nvPr/>
            </p:nvSpPr>
            <p:spPr bwMode="auto">
              <a:xfrm>
                <a:off x="4358" y="617"/>
                <a:ext cx="232" cy="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7931" name="Line 125"/>
              <p:cNvSpPr>
                <a:spLocks noChangeShapeType="1"/>
              </p:cNvSpPr>
              <p:nvPr/>
            </p:nvSpPr>
            <p:spPr bwMode="auto">
              <a:xfrm>
                <a:off x="2846" y="441"/>
                <a:ext cx="472" cy="0"/>
              </a:xfrm>
              <a:prstGeom prst="line">
                <a:avLst/>
              </a:prstGeom>
              <a:noFill/>
              <a:ln w="19050">
                <a:solidFill>
                  <a:srgbClr val="FF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pic>
            <p:nvPicPr>
              <p:cNvPr id="37932" name="Picture 126"/>
              <p:cNvPicPr>
                <a:picLocks noChangeArrowheads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600" y="96"/>
                <a:ext cx="695" cy="89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37933" name="Picture 127"/>
              <p:cNvPicPr>
                <a:picLocks noChangeArrowheads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0" y="102"/>
                <a:ext cx="693" cy="8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37934" name="Picture 128"/>
              <p:cNvPicPr>
                <a:picLocks noChangeArrowheads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416" y="0"/>
                <a:ext cx="359" cy="4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37935" name="Line 129"/>
              <p:cNvSpPr>
                <a:spLocks noChangeShapeType="1"/>
              </p:cNvSpPr>
              <p:nvPr/>
            </p:nvSpPr>
            <p:spPr bwMode="auto">
              <a:xfrm>
                <a:off x="2838" y="169"/>
                <a:ext cx="144" cy="272"/>
              </a:xfrm>
              <a:prstGeom prst="line">
                <a:avLst/>
              </a:prstGeom>
              <a:noFill/>
              <a:ln w="19050">
                <a:solidFill>
                  <a:srgbClr val="FF33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7936" name="Line 130"/>
              <p:cNvSpPr>
                <a:spLocks noChangeShapeType="1"/>
              </p:cNvSpPr>
              <p:nvPr/>
            </p:nvSpPr>
            <p:spPr bwMode="auto">
              <a:xfrm flipV="1">
                <a:off x="2846" y="441"/>
                <a:ext cx="136" cy="312"/>
              </a:xfrm>
              <a:prstGeom prst="line">
                <a:avLst/>
              </a:prstGeom>
              <a:noFill/>
              <a:ln w="19050">
                <a:solidFill>
                  <a:srgbClr val="FF33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7937" name="Line 131"/>
              <p:cNvSpPr>
                <a:spLocks noChangeShapeType="1"/>
              </p:cNvSpPr>
              <p:nvPr/>
            </p:nvSpPr>
            <p:spPr bwMode="auto">
              <a:xfrm flipV="1">
                <a:off x="3126" y="185"/>
                <a:ext cx="168" cy="256"/>
              </a:xfrm>
              <a:prstGeom prst="line">
                <a:avLst/>
              </a:prstGeom>
              <a:noFill/>
              <a:ln w="19050">
                <a:solidFill>
                  <a:srgbClr val="FF33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7938" name="Line 132"/>
              <p:cNvSpPr>
                <a:spLocks noChangeShapeType="1"/>
              </p:cNvSpPr>
              <p:nvPr/>
            </p:nvSpPr>
            <p:spPr bwMode="auto">
              <a:xfrm>
                <a:off x="3126" y="457"/>
                <a:ext cx="152" cy="280"/>
              </a:xfrm>
              <a:prstGeom prst="line">
                <a:avLst/>
              </a:prstGeom>
              <a:noFill/>
              <a:ln w="19050">
                <a:solidFill>
                  <a:srgbClr val="FF33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</p:grpSp>
      <p:sp>
        <p:nvSpPr>
          <p:cNvPr id="37894" name="Text Box 133"/>
          <p:cNvSpPr txBox="1">
            <a:spLocks noChangeArrowheads="1"/>
          </p:cNvSpPr>
          <p:nvPr/>
        </p:nvSpPr>
        <p:spPr bwMode="auto">
          <a:xfrm>
            <a:off x="6115050" y="1939925"/>
            <a:ext cx="18415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120000"/>
              </a:lnSpc>
              <a:spcBef>
                <a:spcPct val="20000"/>
              </a:spcBef>
              <a:buClr>
                <a:srgbClr val="0000CC"/>
              </a:buClr>
              <a:buSzPct val="75000"/>
              <a:buFont typeface="Wingdings" pitchFamily="2" charset="2"/>
              <a:buChar char="l"/>
              <a:defRPr sz="3200" b="1">
                <a:solidFill>
                  <a:srgbClr val="0000CC"/>
                </a:solidFill>
                <a:latin typeface="Garamond" pitchFamily="18" charset="0"/>
              </a:defRPr>
            </a:lvl1pPr>
            <a:lvl2pPr marL="742950" indent="-285750">
              <a:lnSpc>
                <a:spcPct val="80000"/>
              </a:lnSpc>
              <a:spcBef>
                <a:spcPct val="20000"/>
              </a:spcBef>
              <a:buClr>
                <a:srgbClr val="0000CC"/>
              </a:buClr>
              <a:buSzPct val="75000"/>
              <a:buFont typeface="Wingdings" pitchFamily="2" charset="2"/>
              <a:buChar char="l"/>
              <a:defRPr sz="2800" b="1">
                <a:solidFill>
                  <a:srgbClr val="0000CC"/>
                </a:solidFill>
                <a:latin typeface="Garamond" pitchFamily="18" charset="0"/>
              </a:defRPr>
            </a:lvl2pPr>
            <a:lvl3pPr marL="1143000" indent="-228600">
              <a:lnSpc>
                <a:spcPct val="80000"/>
              </a:lnSpc>
              <a:spcBef>
                <a:spcPct val="20000"/>
              </a:spcBef>
              <a:buClr>
                <a:srgbClr val="0000CC"/>
              </a:buClr>
              <a:buSzPct val="75000"/>
              <a:buFont typeface="Wingdings" pitchFamily="2" charset="2"/>
              <a:buChar char="l"/>
              <a:defRPr sz="2400" b="1">
                <a:solidFill>
                  <a:srgbClr val="0000FF"/>
                </a:solidFill>
                <a:latin typeface="Garamond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0000CC"/>
              </a:buClr>
              <a:buSzPct val="75000"/>
              <a:buFont typeface="Wingdings" pitchFamily="2" charset="2"/>
              <a:buChar char="l"/>
              <a:defRPr sz="2000" b="1">
                <a:solidFill>
                  <a:srgbClr val="0000CC"/>
                </a:solidFill>
                <a:latin typeface="Garamond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0000CC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 typeface="Arial" pitchFamily="34" charset="0"/>
              <a:buNone/>
            </a:pPr>
            <a:endParaRPr lang="zh-CN" altLang="en-US">
              <a:solidFill>
                <a:schemeClr val="tx1"/>
              </a:solidFill>
              <a:latin typeface="ZapfDingbats" pitchFamily="2" charset="2"/>
              <a:ea typeface="宋体" pitchFamily="2" charset="-122"/>
            </a:endParaRPr>
          </a:p>
        </p:txBody>
      </p:sp>
      <p:sp>
        <p:nvSpPr>
          <p:cNvPr id="37895" name="Text Box 134"/>
          <p:cNvSpPr txBox="1">
            <a:spLocks noChangeArrowheads="1"/>
          </p:cNvSpPr>
          <p:nvPr/>
        </p:nvSpPr>
        <p:spPr bwMode="auto">
          <a:xfrm>
            <a:off x="6280150" y="673100"/>
            <a:ext cx="18415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120000"/>
              </a:lnSpc>
              <a:spcBef>
                <a:spcPct val="20000"/>
              </a:spcBef>
              <a:buClr>
                <a:srgbClr val="0000CC"/>
              </a:buClr>
              <a:buSzPct val="75000"/>
              <a:buFont typeface="Wingdings" pitchFamily="2" charset="2"/>
              <a:buChar char="l"/>
              <a:defRPr sz="3200" b="1">
                <a:solidFill>
                  <a:srgbClr val="0000CC"/>
                </a:solidFill>
                <a:latin typeface="Garamond" pitchFamily="18" charset="0"/>
              </a:defRPr>
            </a:lvl1pPr>
            <a:lvl2pPr marL="742950" indent="-285750">
              <a:lnSpc>
                <a:spcPct val="80000"/>
              </a:lnSpc>
              <a:spcBef>
                <a:spcPct val="20000"/>
              </a:spcBef>
              <a:buClr>
                <a:srgbClr val="0000CC"/>
              </a:buClr>
              <a:buSzPct val="75000"/>
              <a:buFont typeface="Wingdings" pitchFamily="2" charset="2"/>
              <a:buChar char="l"/>
              <a:defRPr sz="2800" b="1">
                <a:solidFill>
                  <a:srgbClr val="0000CC"/>
                </a:solidFill>
                <a:latin typeface="Garamond" pitchFamily="18" charset="0"/>
              </a:defRPr>
            </a:lvl2pPr>
            <a:lvl3pPr marL="1143000" indent="-228600">
              <a:lnSpc>
                <a:spcPct val="80000"/>
              </a:lnSpc>
              <a:spcBef>
                <a:spcPct val="20000"/>
              </a:spcBef>
              <a:buClr>
                <a:srgbClr val="0000CC"/>
              </a:buClr>
              <a:buSzPct val="75000"/>
              <a:buFont typeface="Wingdings" pitchFamily="2" charset="2"/>
              <a:buChar char="l"/>
              <a:defRPr sz="2400" b="1">
                <a:solidFill>
                  <a:srgbClr val="0000FF"/>
                </a:solidFill>
                <a:latin typeface="Garamond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0000CC"/>
              </a:buClr>
              <a:buSzPct val="75000"/>
              <a:buFont typeface="Wingdings" pitchFamily="2" charset="2"/>
              <a:buChar char="l"/>
              <a:defRPr sz="2000" b="1">
                <a:solidFill>
                  <a:srgbClr val="0000CC"/>
                </a:solidFill>
                <a:latin typeface="Garamond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0000CC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 typeface="Arial" pitchFamily="34" charset="0"/>
              <a:buNone/>
            </a:pPr>
            <a:endParaRPr lang="zh-CN" altLang="en-US">
              <a:solidFill>
                <a:schemeClr val="tx1"/>
              </a:solidFill>
              <a:latin typeface="ZapfDingbats" pitchFamily="2" charset="2"/>
              <a:ea typeface="宋体" pitchFamily="2" charset="-122"/>
            </a:endParaRPr>
          </a:p>
        </p:txBody>
      </p:sp>
      <p:sp>
        <p:nvSpPr>
          <p:cNvPr id="39047" name="Text Box 136"/>
          <p:cNvSpPr txBox="1">
            <a:spLocks noChangeArrowheads="1"/>
          </p:cNvSpPr>
          <p:nvPr/>
        </p:nvSpPr>
        <p:spPr bwMode="auto">
          <a:xfrm>
            <a:off x="231775" y="6221413"/>
            <a:ext cx="8532813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120000"/>
              </a:lnSpc>
              <a:spcBef>
                <a:spcPct val="20000"/>
              </a:spcBef>
              <a:buClr>
                <a:srgbClr val="0000CC"/>
              </a:buClr>
              <a:buSzPct val="75000"/>
              <a:buFont typeface="Wingdings" pitchFamily="2" charset="2"/>
              <a:buChar char="l"/>
              <a:defRPr sz="3200" b="1">
                <a:solidFill>
                  <a:srgbClr val="0000CC"/>
                </a:solidFill>
                <a:latin typeface="Garamond" pitchFamily="18" charset="0"/>
              </a:defRPr>
            </a:lvl1pPr>
            <a:lvl2pPr marL="742950" indent="-285750">
              <a:lnSpc>
                <a:spcPct val="80000"/>
              </a:lnSpc>
              <a:spcBef>
                <a:spcPct val="20000"/>
              </a:spcBef>
              <a:buClr>
                <a:srgbClr val="0000CC"/>
              </a:buClr>
              <a:buSzPct val="75000"/>
              <a:buFont typeface="Wingdings" pitchFamily="2" charset="2"/>
              <a:buChar char="l"/>
              <a:defRPr sz="2800" b="1">
                <a:solidFill>
                  <a:srgbClr val="0000CC"/>
                </a:solidFill>
                <a:latin typeface="Garamond" pitchFamily="18" charset="0"/>
              </a:defRPr>
            </a:lvl2pPr>
            <a:lvl3pPr marL="1143000" indent="-228600">
              <a:lnSpc>
                <a:spcPct val="80000"/>
              </a:lnSpc>
              <a:spcBef>
                <a:spcPct val="20000"/>
              </a:spcBef>
              <a:buClr>
                <a:srgbClr val="0000CC"/>
              </a:buClr>
              <a:buSzPct val="75000"/>
              <a:buFont typeface="Wingdings" pitchFamily="2" charset="2"/>
              <a:buChar char="l"/>
              <a:defRPr sz="2400" b="1">
                <a:solidFill>
                  <a:srgbClr val="0000FF"/>
                </a:solidFill>
                <a:latin typeface="Garamond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0000CC"/>
              </a:buClr>
              <a:buSzPct val="75000"/>
              <a:buFont typeface="Wingdings" pitchFamily="2" charset="2"/>
              <a:buChar char="l"/>
              <a:defRPr sz="2000" b="1">
                <a:solidFill>
                  <a:srgbClr val="0000CC"/>
                </a:solidFill>
                <a:latin typeface="Garamond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0000CC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 typeface="Arial" pitchFamily="34" charset="0"/>
              <a:buNone/>
            </a:pPr>
            <a:r>
              <a:rPr lang="en-US" altLang="zh-CN" sz="2400">
                <a:solidFill>
                  <a:srgbClr val="FF0000"/>
                </a:solidFill>
                <a:ea typeface="宋体" pitchFamily="2" charset="-122"/>
              </a:rPr>
              <a:t>Depends on end-to-end metric: </a:t>
            </a:r>
            <a:r>
              <a:rPr lang="en-US" altLang="zh-CN" sz="2400" i="1">
                <a:ea typeface="宋体" pitchFamily="2" charset="-122"/>
              </a:rPr>
              <a:t>Solve by optimizing app. metric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9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9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0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047" grpId="0" autoUpdateAnimBg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>
                <a:ea typeface="宋体" pitchFamily="2" charset="-122"/>
              </a:rPr>
              <a:t>Main Points</a:t>
            </a:r>
          </a:p>
        </p:txBody>
      </p:sp>
      <p:sp>
        <p:nvSpPr>
          <p:cNvPr id="389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altLang="zh-CN" sz="2000" smtClean="0">
                <a:ea typeface="宋体" pitchFamily="2" charset="-122"/>
              </a:rPr>
              <a:t>MIMO channels greatly improve capacity and performance through array gain, diversity gain, interference reduction, and spatial multiplexing</a:t>
            </a:r>
          </a:p>
          <a:p>
            <a:pPr>
              <a:lnSpc>
                <a:spcPct val="100000"/>
              </a:lnSpc>
            </a:pPr>
            <a:r>
              <a:rPr lang="en-US" altLang="zh-CN" sz="2000" smtClean="0">
                <a:ea typeface="宋体" pitchFamily="2" charset="-122"/>
              </a:rPr>
              <a:t>MIMO channel can be decomposed into R</a:t>
            </a:r>
            <a:r>
              <a:rPr lang="en-US" altLang="zh-CN" sz="2000" baseline="-25000" smtClean="0">
                <a:ea typeface="宋体" pitchFamily="2" charset="-122"/>
              </a:rPr>
              <a:t>H</a:t>
            </a:r>
            <a:r>
              <a:rPr lang="en-US" altLang="zh-CN" sz="2000" smtClean="0">
                <a:ea typeface="宋体" pitchFamily="2" charset="-122"/>
              </a:rPr>
              <a:t> Parallel SISO channels, where R</a:t>
            </a:r>
            <a:r>
              <a:rPr lang="en-US" altLang="zh-CN" sz="2000" baseline="-25000" smtClean="0">
                <a:ea typeface="宋体" pitchFamily="2" charset="-122"/>
              </a:rPr>
              <a:t>H </a:t>
            </a:r>
            <a:r>
              <a:rPr lang="en-US" altLang="zh-CN" sz="2000" smtClean="0">
                <a:ea typeface="宋体" pitchFamily="2" charset="-122"/>
              </a:rPr>
              <a:t>is rank of channel matrix H</a:t>
            </a:r>
          </a:p>
          <a:p>
            <a:pPr>
              <a:lnSpc>
                <a:spcPct val="100000"/>
              </a:lnSpc>
            </a:pPr>
            <a:r>
              <a:rPr lang="en-US" altLang="zh-CN" sz="2000" smtClean="0">
                <a:ea typeface="宋体" pitchFamily="2" charset="-122"/>
              </a:rPr>
              <a:t>Greatest capacity improvements are obtained under rich scattering conditions (H full rank)</a:t>
            </a:r>
          </a:p>
          <a:p>
            <a:pPr>
              <a:lnSpc>
                <a:spcPct val="100000"/>
              </a:lnSpc>
            </a:pPr>
            <a:r>
              <a:rPr lang="en-US" altLang="zh-CN" sz="2000" smtClean="0">
                <a:ea typeface="宋体" pitchFamily="2" charset="-122"/>
              </a:rPr>
              <a:t>Capacity depends on the degree of channel knowledge at transmitter and receiver</a:t>
            </a:r>
          </a:p>
          <a:p>
            <a:pPr>
              <a:lnSpc>
                <a:spcPct val="100000"/>
              </a:lnSpc>
              <a:buFont typeface="Wingdings" pitchFamily="2" charset="2"/>
              <a:buNone/>
            </a:pPr>
            <a:r>
              <a:rPr lang="en-US" altLang="zh-CN" sz="2000" smtClean="0">
                <a:ea typeface="宋体" pitchFamily="2" charset="-122"/>
              </a:rPr>
              <a:t>     -For static channel with CSIT and CSIR, waterfilling over space is optimal power allocation</a:t>
            </a:r>
          </a:p>
          <a:p>
            <a:pPr>
              <a:lnSpc>
                <a:spcPct val="100000"/>
              </a:lnSpc>
              <a:buFont typeface="Wingdings" pitchFamily="2" charset="2"/>
              <a:buNone/>
            </a:pPr>
            <a:r>
              <a:rPr lang="en-US" altLang="zh-CN" sz="2000" smtClean="0">
                <a:ea typeface="宋体" pitchFamily="2" charset="-122"/>
              </a:rPr>
              <a:t>     -Similar idea in fading, based on short-term or long-term power constraint</a:t>
            </a:r>
          </a:p>
          <a:p>
            <a:pPr>
              <a:lnSpc>
                <a:spcPct val="100000"/>
              </a:lnSpc>
              <a:buFont typeface="Wingdings" pitchFamily="2" charset="2"/>
              <a:buNone/>
            </a:pPr>
            <a:r>
              <a:rPr lang="en-US" altLang="zh-CN" sz="2000" smtClean="0">
                <a:ea typeface="宋体" pitchFamily="2" charset="-122"/>
              </a:rPr>
              <a:t>     -Without CSIT, capacity metric is based on outage probability</a:t>
            </a:r>
          </a:p>
          <a:p>
            <a:pPr>
              <a:lnSpc>
                <a:spcPct val="100000"/>
              </a:lnSpc>
            </a:pPr>
            <a:endParaRPr lang="en-US" altLang="zh-CN" sz="2000" smtClean="0">
              <a:ea typeface="宋体" pitchFamily="2" charset="-122"/>
            </a:endParaRPr>
          </a:p>
          <a:p>
            <a:pPr>
              <a:lnSpc>
                <a:spcPct val="100000"/>
              </a:lnSpc>
            </a:pPr>
            <a:endParaRPr lang="en-US" altLang="zh-CN" sz="2000" smtClean="0">
              <a:ea typeface="宋体" pitchFamily="2" charset="-122"/>
            </a:endParaRPr>
          </a:p>
          <a:p>
            <a:pPr>
              <a:lnSpc>
                <a:spcPct val="100000"/>
              </a:lnSpc>
            </a:pPr>
            <a:endParaRPr lang="en-US" altLang="zh-CN" sz="1800" smtClean="0">
              <a:ea typeface="宋体" pitchFamily="2" charset="-122"/>
            </a:endParaRPr>
          </a:p>
          <a:p>
            <a:pPr>
              <a:lnSpc>
                <a:spcPct val="100000"/>
              </a:lnSpc>
            </a:pPr>
            <a:endParaRPr lang="en-US" altLang="zh-CN" sz="1800" smtClean="0">
              <a:ea typeface="宋体" pitchFamily="2" charset="-122"/>
            </a:endParaRPr>
          </a:p>
          <a:p>
            <a:pPr>
              <a:lnSpc>
                <a:spcPct val="100000"/>
              </a:lnSpc>
              <a:buFont typeface="Wingdings" pitchFamily="2" charset="2"/>
              <a:buNone/>
            </a:pPr>
            <a:endParaRPr lang="en-US" altLang="zh-CN" sz="1800" smtClean="0">
              <a:ea typeface="宋体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Rectangle 3"/>
          <p:cNvSpPr>
            <a:spLocks noGrp="1" noChangeArrowheads="1"/>
          </p:cNvSpPr>
          <p:nvPr>
            <p:ph idx="1"/>
          </p:nvPr>
        </p:nvSpPr>
        <p:spPr bwMode="auto"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75000"/>
              <a:buFont typeface="Wingdings" pitchFamily="2" charset="2"/>
              <a:buChar char="l"/>
              <a:defRPr sz="3200" b="1">
                <a:solidFill>
                  <a:srgbClr val="0000CC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75000"/>
              <a:buFont typeface="Wingdings" pitchFamily="2" charset="2"/>
              <a:buChar char="l"/>
              <a:defRPr sz="2800" b="1">
                <a:solidFill>
                  <a:srgbClr val="0000CC"/>
                </a:solidFill>
                <a:latin typeface="+mn-lt"/>
              </a:defRPr>
            </a:lvl2pPr>
            <a:lvl3pPr marL="1143000" indent="-228600" algn="l" rtl="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75000"/>
              <a:buFont typeface="Wingdings" pitchFamily="2" charset="2"/>
              <a:buChar char="l"/>
              <a:defRPr sz="2400" b="1">
                <a:solidFill>
                  <a:srgbClr val="0000FF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75000"/>
              <a:buFont typeface="Wingdings" pitchFamily="2" charset="2"/>
              <a:buChar char="l"/>
              <a:defRPr sz="2000" b="1">
                <a:solidFill>
                  <a:srgbClr val="0000CC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CC"/>
              </a:buClr>
              <a:buSzPct val="75000"/>
              <a:buFont typeface="Wingdings" pitchFamily="2" charset="2"/>
              <a:buChar char="l"/>
              <a:defRPr sz="2000" b="1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r>
              <a:rPr lang="zh-CN" altLang="en-US" dirty="0">
                <a:ea typeface="宋体" pitchFamily="2" charset="-122"/>
              </a:rPr>
              <a:t>Ex. </a:t>
            </a:r>
            <a:r>
              <a:rPr lang="en-US" altLang="zh-CN" smtClean="0">
                <a:ea typeface="宋体" pitchFamily="2" charset="-122"/>
              </a:rPr>
              <a:t>10.6, </a:t>
            </a:r>
            <a:r>
              <a:rPr lang="zh-CN" altLang="en-US" smtClean="0">
                <a:ea typeface="宋体" pitchFamily="2" charset="-122"/>
              </a:rPr>
              <a:t>10</a:t>
            </a:r>
            <a:r>
              <a:rPr lang="zh-CN" altLang="en-US">
                <a:ea typeface="宋体" pitchFamily="2" charset="-122"/>
              </a:rPr>
              <a:t>.</a:t>
            </a:r>
            <a:r>
              <a:rPr lang="zh-CN" altLang="en-US" smtClean="0">
                <a:ea typeface="宋体" pitchFamily="2" charset="-122"/>
              </a:rPr>
              <a:t>8, </a:t>
            </a:r>
            <a:r>
              <a:rPr lang="zh-CN" altLang="en-US" dirty="0">
                <a:ea typeface="宋体" pitchFamily="2" charset="-122"/>
              </a:rPr>
              <a:t>10.14, 10.17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3864661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BlueRed">
  <a:themeElements>
    <a:clrScheme name="">
      <a:dk1>
        <a:srgbClr val="474747"/>
      </a:dk1>
      <a:lt1>
        <a:srgbClr val="FFFFFF"/>
      </a:lt1>
      <a:dk2>
        <a:srgbClr val="772655"/>
      </a:dk2>
      <a:lt2>
        <a:srgbClr val="00DFCA"/>
      </a:lt2>
      <a:accent1>
        <a:srgbClr val="DC0081"/>
      </a:accent1>
      <a:accent2>
        <a:srgbClr val="FAFD00"/>
      </a:accent2>
      <a:accent3>
        <a:srgbClr val="BDACB4"/>
      </a:accent3>
      <a:accent4>
        <a:srgbClr val="DADADA"/>
      </a:accent4>
      <a:accent5>
        <a:srgbClr val="EBAAC1"/>
      </a:accent5>
      <a:accent6>
        <a:srgbClr val="E3E500"/>
      </a:accent6>
      <a:hlink>
        <a:srgbClr val="FE9B03"/>
      </a:hlink>
      <a:folHlink>
        <a:srgbClr val="D989B8"/>
      </a:folHlink>
    </a:clrScheme>
    <a:fontScheme name="BlueRed">
      <a:majorFont>
        <a:latin typeface="Garamond"/>
        <a:ea typeface=""/>
        <a:cs typeface=""/>
      </a:majorFont>
      <a:minorFont>
        <a:latin typeface="Garamond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itchFamily="34" charset="0"/>
          <a:buNone/>
          <a:tabLst/>
          <a:defRPr kumimoji="0" lang="en-US" altLang="zh-CN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itchFamily="34" charset="0"/>
          <a:buNone/>
          <a:tabLst/>
          <a:defRPr kumimoji="0" lang="en-US" altLang="zh-CN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lnDef>
  </a:objectDefaults>
  <a:extraClrSchemeLst>
    <a:extraClrScheme>
      <a:clrScheme name="BlueRed 1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Red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33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Red 3">
        <a:dk1>
          <a:srgbClr val="000000"/>
        </a:dk1>
        <a:lt1>
          <a:srgbClr val="FFFFCC"/>
        </a:lt1>
        <a:dk2>
          <a:srgbClr val="999933"/>
        </a:dk2>
        <a:lt2>
          <a:srgbClr val="808000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Red 4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Red 5">
        <a:dk1>
          <a:srgbClr val="000000"/>
        </a:dk1>
        <a:lt1>
          <a:srgbClr val="FFFFFF"/>
        </a:lt1>
        <a:dk2>
          <a:srgbClr val="000000"/>
        </a:dk2>
        <a:lt2>
          <a:srgbClr val="9F9F9F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Red 6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CBCBCB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005CE7"/>
        </a:accent6>
        <a:hlink>
          <a:srgbClr val="FF0033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Red 7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BlueRed_2">
  <a:themeElements>
    <a:clrScheme name="">
      <a:dk1>
        <a:srgbClr val="474747"/>
      </a:dk1>
      <a:lt1>
        <a:srgbClr val="FFFFFF"/>
      </a:lt1>
      <a:dk2>
        <a:srgbClr val="772655"/>
      </a:dk2>
      <a:lt2>
        <a:srgbClr val="00DFCA"/>
      </a:lt2>
      <a:accent1>
        <a:srgbClr val="DC0081"/>
      </a:accent1>
      <a:accent2>
        <a:srgbClr val="FAFD00"/>
      </a:accent2>
      <a:accent3>
        <a:srgbClr val="BDACB4"/>
      </a:accent3>
      <a:accent4>
        <a:srgbClr val="DADADA"/>
      </a:accent4>
      <a:accent5>
        <a:srgbClr val="EBAAC1"/>
      </a:accent5>
      <a:accent6>
        <a:srgbClr val="E3E500"/>
      </a:accent6>
      <a:hlink>
        <a:srgbClr val="FE9B03"/>
      </a:hlink>
      <a:folHlink>
        <a:srgbClr val="D989B8"/>
      </a:folHlink>
    </a:clrScheme>
    <a:fontScheme name="BlueRed_2">
      <a:majorFont>
        <a:latin typeface="Garamond"/>
        <a:ea typeface=""/>
        <a:cs typeface=""/>
      </a:majorFont>
      <a:minorFont>
        <a:latin typeface="Garamond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itchFamily="34" charset="0"/>
          <a:buNone/>
          <a:tabLst/>
          <a:defRPr kumimoji="0" lang="en-US" altLang="zh-CN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itchFamily="34" charset="0"/>
          <a:buNone/>
          <a:tabLst/>
          <a:defRPr kumimoji="0" lang="en-US" altLang="zh-CN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lnDef>
  </a:objectDefaults>
  <a:extraClrSchemeLst>
    <a:extraClrScheme>
      <a:clrScheme name="BlueRed_2 1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Red_2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33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Red_2 3">
        <a:dk1>
          <a:srgbClr val="000000"/>
        </a:dk1>
        <a:lt1>
          <a:srgbClr val="FFFFCC"/>
        </a:lt1>
        <a:dk2>
          <a:srgbClr val="999933"/>
        </a:dk2>
        <a:lt2>
          <a:srgbClr val="808000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Red_2 4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Red_2 5">
        <a:dk1>
          <a:srgbClr val="000000"/>
        </a:dk1>
        <a:lt1>
          <a:srgbClr val="FFFFFF"/>
        </a:lt1>
        <a:dk2>
          <a:srgbClr val="000000"/>
        </a:dk2>
        <a:lt2>
          <a:srgbClr val="9F9F9F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Red_2 6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CBCBCB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005CE7"/>
        </a:accent6>
        <a:hlink>
          <a:srgbClr val="FF0033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Red_2 7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C:\MSOffice\Templates\BlueRed.pot</Template>
  <TotalTime>1088</TotalTime>
  <Pages>0</Pages>
  <Words>605</Words>
  <Characters>0</Characters>
  <Application>Microsoft Office PowerPoint</Application>
  <DocSecurity>0</DocSecurity>
  <PresentationFormat>全屏显示(4:3)</PresentationFormat>
  <Lines>0</Lines>
  <Paragraphs>131</Paragraphs>
  <Slides>49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8</vt:i4>
      </vt:variant>
      <vt:variant>
        <vt:lpstr>主题</vt:lpstr>
      </vt:variant>
      <vt:variant>
        <vt:i4>2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49</vt:i4>
      </vt:variant>
    </vt:vector>
  </HeadingPairs>
  <TitlesOfParts>
    <vt:vector size="61" baseType="lpstr">
      <vt:lpstr>ZapfDingbats</vt:lpstr>
      <vt:lpstr>楷体</vt:lpstr>
      <vt:lpstr>宋体</vt:lpstr>
      <vt:lpstr>Arial</vt:lpstr>
      <vt:lpstr>Garamond</vt:lpstr>
      <vt:lpstr>Symbol</vt:lpstr>
      <vt:lpstr>Times New Roman</vt:lpstr>
      <vt:lpstr>Wingdings</vt:lpstr>
      <vt:lpstr>BlueRed</vt:lpstr>
      <vt:lpstr>BlueRed_2</vt:lpstr>
      <vt:lpstr>Equation</vt:lpstr>
      <vt:lpstr>公式</vt:lpstr>
      <vt:lpstr>Wireless Digital Communications</vt:lpstr>
      <vt:lpstr>Multiple Antennas (Adding Spatial Dimension)</vt:lpstr>
      <vt:lpstr>Single-User/Multi-User Spatial Multiplexing</vt:lpstr>
      <vt:lpstr>MIMO Principles</vt:lpstr>
      <vt:lpstr>MIMO Principles</vt:lpstr>
      <vt:lpstr>MIMO Principles</vt:lpstr>
      <vt:lpstr>Narrowband MIMO System (Flat Fading Channel)</vt:lpstr>
      <vt:lpstr>Narrowband MIMO System (Flat Fading Channel)</vt:lpstr>
      <vt:lpstr>MIMO Performance Improvements</vt:lpstr>
      <vt:lpstr>MIMO Performance Improvements</vt:lpstr>
      <vt:lpstr>MIMO Performance Improvements</vt:lpstr>
      <vt:lpstr>Spatial Multiplexing Gain</vt:lpstr>
      <vt:lpstr>Spatial Multiplexing Gain</vt:lpstr>
      <vt:lpstr>Spatial Envelope Correlation v.s. Antenna Spacing</vt:lpstr>
      <vt:lpstr>Space-Time Fading</vt:lpstr>
      <vt:lpstr>Space-Time Fading</vt:lpstr>
      <vt:lpstr>MIMO Channel Parallel Decomposition</vt:lpstr>
      <vt:lpstr>Parallel Decomposition</vt:lpstr>
      <vt:lpstr>Parallel Decomposition</vt:lpstr>
      <vt:lpstr> Equivalent MIMO Channel  (Nt &gt;Nr)</vt:lpstr>
      <vt:lpstr> Equivalent MIMO Channel  (Nr &gt;Nt)</vt:lpstr>
      <vt:lpstr>Capacity Equivqlence under Unitary Transform</vt:lpstr>
      <vt:lpstr>Capacity of MIMO Systems</vt:lpstr>
      <vt:lpstr>Static Channel Capacity (CSIT)</vt:lpstr>
      <vt:lpstr>Static Channel Capacity (CSIT)</vt:lpstr>
      <vt:lpstr>Notes</vt:lpstr>
      <vt:lpstr>Example</vt:lpstr>
      <vt:lpstr>Static MIMO+Adaptive Modulation</vt:lpstr>
      <vt:lpstr>Static Channel Capacity (no CSIT)</vt:lpstr>
      <vt:lpstr>For Large SNR</vt:lpstr>
      <vt:lpstr>Static Channel Capacity (no CSIT)</vt:lpstr>
      <vt:lpstr>Fading Channel Capacity (CSIT)</vt:lpstr>
      <vt:lpstr>Fading Channel Capacity (CSIT)</vt:lpstr>
      <vt:lpstr>Fading Channel Capacity (no CSIT)</vt:lpstr>
      <vt:lpstr>Capacity of an i.i.d. Rayleigh Fading Channel (no CSIT)</vt:lpstr>
      <vt:lpstr>Beamforming MIMO Diversity/Array Gains</vt:lpstr>
      <vt:lpstr>Solution to u and v</vt:lpstr>
      <vt:lpstr>Beamforming MIMO Diversity/Array Gains</vt:lpstr>
      <vt:lpstr>Tadeoff between Multiplexing and Diversity</vt:lpstr>
      <vt:lpstr>Diversity vs. Multiplexing</vt:lpstr>
      <vt:lpstr>Example</vt:lpstr>
      <vt:lpstr>PowerPoint 演示文稿</vt:lpstr>
      <vt:lpstr>Solution</vt:lpstr>
      <vt:lpstr>PowerPoint 演示文稿</vt:lpstr>
      <vt:lpstr>Discussion of MIMO-AMC Water-Filling Power Allocation</vt:lpstr>
      <vt:lpstr>Discussion of MIMO-AMC Water-Filling Power Allocation</vt:lpstr>
      <vt:lpstr>How should antennas be used?</vt:lpstr>
      <vt:lpstr>Main Points</vt:lpstr>
      <vt:lpstr>PowerPoint 演示文稿</vt:lpstr>
    </vt:vector>
  </TitlesOfParts>
  <Company>Cal Tech</Company>
  <LinksUpToDate>false</LinksUpToDate>
  <CharactersWithSpaces>0</CharactersWithSpaces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Wireless Communications Research Overview</dc:title>
  <dc:creator>Andrea Goldsmith</dc:creator>
  <cp:lastModifiedBy>surface</cp:lastModifiedBy>
  <cp:revision>243</cp:revision>
  <cp:lastPrinted>2000-03-17T02:49:38Z</cp:lastPrinted>
  <dcterms:created xsi:type="dcterms:W3CDTF">1999-01-27T20:08:30Z</dcterms:created>
  <dcterms:modified xsi:type="dcterms:W3CDTF">2022-04-24T07:36:03Z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2052-9.1.0.4993</vt:lpwstr>
  </property>
</Properties>
</file>